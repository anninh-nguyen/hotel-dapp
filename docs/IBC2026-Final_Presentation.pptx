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9" r:id="rId9"/>
    <p:sldId id="270" r:id="rId10"/>
    <p:sldId id="266" r:id="rId11"/>
  </p:sldIdLst>
  <p:sldSz cx="12192000" cy="6858000"/>
  <p:notesSz cx="12192000" cy="6858000"/>
  <p:embeddedFontLst>
    <p:embeddedFont>
      <p:font typeface="Carlito" panose="020B0604020202020204" charset="0"/>
      <p:regular r:id="rId13"/>
      <p:bold r:id="rId14"/>
      <p:italic r:id="rId15"/>
      <p:boldItalic r:id="rId16"/>
    </p:embeddedFont>
    <p:embeddedFont>
      <p:font typeface="Noto Sans" panose="020B0502040504020204" pitchFamily="34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61TteiO45mJx4fpfb+6kOtoYR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129F79-753F-B1AE-60C5-D12B9F2B1209}" v="92" dt="2026-05-26T07:38:04.270"/>
    <p1510:client id="{93988D57-89F3-AD59-8E3D-5F8977EF361C}" v="537" dt="2026-05-26T08:01:25.842"/>
    <p1510:client id="{9D66CECF-28BE-4172-8C71-DCD8A8CF73A4}" v="400" dt="2026-05-26T09:03:08.548"/>
    <p1510:client id="{BCD58590-1ADB-D40E-6B2F-3196A3BBBC46}" v="1" dt="2026-05-27T08:02:03.077"/>
  </p1510:revLst>
</p1510:revInfo>
</file>

<file path=ppt/tableStyles.xml><?xml version="1.0" encoding="utf-8"?>
<a:tblStyleLst xmlns:a="http://schemas.openxmlformats.org/drawingml/2006/main" def="{EAD3ABBB-9DDA-4A88-A13F-24B0AFBEED9A}">
  <a:tblStyle styleId="{EAD3ABBB-9DDA-4A88-A13F-24B0AFBEED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35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46EF98-79EB-4BAC-BCDC-60CF7FB6C4D3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FB7E3DE-E06E-436E-8EC8-1046681C55F9}">
      <dgm:prSet/>
      <dgm:spPr/>
      <dgm:t>
        <a:bodyPr/>
        <a:lstStyle/>
        <a:p>
          <a:r>
            <a:rPr lang="en-US"/>
            <a:t>No middleman fees</a:t>
          </a:r>
        </a:p>
      </dgm:t>
    </dgm:pt>
    <dgm:pt modelId="{37103868-F2B2-4547-9418-F1BCD693D82A}" type="parTrans" cxnId="{2BBF937C-1538-43B3-9356-F36F4768E852}">
      <dgm:prSet/>
      <dgm:spPr/>
      <dgm:t>
        <a:bodyPr/>
        <a:lstStyle/>
        <a:p>
          <a:endParaRPr lang="en-US"/>
        </a:p>
      </dgm:t>
    </dgm:pt>
    <dgm:pt modelId="{8BEDA2FA-799B-40EB-AB6D-894F658A404C}" type="sibTrans" cxnId="{2BBF937C-1538-43B3-9356-F36F4768E852}">
      <dgm:prSet/>
      <dgm:spPr/>
      <dgm:t>
        <a:bodyPr/>
        <a:lstStyle/>
        <a:p>
          <a:endParaRPr lang="en-US"/>
        </a:p>
      </dgm:t>
    </dgm:pt>
    <dgm:pt modelId="{5B48D40C-9D7A-4BBF-B07A-2AC431E05721}">
      <dgm:prSet/>
      <dgm:spPr/>
      <dgm:t>
        <a:bodyPr/>
        <a:lstStyle/>
        <a:p>
          <a:r>
            <a:rPr lang="en-US"/>
            <a:t>High security</a:t>
          </a:r>
        </a:p>
      </dgm:t>
    </dgm:pt>
    <dgm:pt modelId="{042D4D8E-3872-44EE-990D-4C82BD957346}" type="parTrans" cxnId="{C25175B8-F492-4393-9114-449B3249E8A6}">
      <dgm:prSet/>
      <dgm:spPr/>
      <dgm:t>
        <a:bodyPr/>
        <a:lstStyle/>
        <a:p>
          <a:endParaRPr lang="en-US"/>
        </a:p>
      </dgm:t>
    </dgm:pt>
    <dgm:pt modelId="{9F98C47E-816B-4ED1-998A-D1F96278696C}" type="sibTrans" cxnId="{C25175B8-F492-4393-9114-449B3249E8A6}">
      <dgm:prSet/>
      <dgm:spPr/>
      <dgm:t>
        <a:bodyPr/>
        <a:lstStyle/>
        <a:p>
          <a:endParaRPr lang="en-US"/>
        </a:p>
      </dgm:t>
    </dgm:pt>
    <dgm:pt modelId="{21CD8DC9-B328-4D32-A3B9-6FCADF415423}">
      <dgm:prSet/>
      <dgm:spPr/>
      <dgm:t>
        <a:bodyPr/>
        <a:lstStyle/>
        <a:p>
          <a:r>
            <a:rPr lang="en-US"/>
            <a:t>Immutable records</a:t>
          </a:r>
        </a:p>
      </dgm:t>
    </dgm:pt>
    <dgm:pt modelId="{FF2FB23D-842F-42EF-9E2A-4A5F0F101AAD}" type="parTrans" cxnId="{1EACC479-9E35-416B-ACF0-1E6B24DFE5B9}">
      <dgm:prSet/>
      <dgm:spPr/>
      <dgm:t>
        <a:bodyPr/>
        <a:lstStyle/>
        <a:p>
          <a:endParaRPr lang="en-US"/>
        </a:p>
      </dgm:t>
    </dgm:pt>
    <dgm:pt modelId="{9DC2F92C-BB0D-479A-A4DF-C12CAB2A1C6F}" type="sibTrans" cxnId="{1EACC479-9E35-416B-ACF0-1E6B24DFE5B9}">
      <dgm:prSet/>
      <dgm:spPr/>
      <dgm:t>
        <a:bodyPr/>
        <a:lstStyle/>
        <a:p>
          <a:endParaRPr lang="en-US"/>
        </a:p>
      </dgm:t>
    </dgm:pt>
    <dgm:pt modelId="{8F0F05F7-5CB7-4A8A-80BF-F858A65AF177}">
      <dgm:prSet/>
      <dgm:spPr/>
      <dgm:t>
        <a:bodyPr/>
        <a:lstStyle/>
        <a:p>
          <a:r>
            <a:rPr lang="en-US"/>
            <a:t>Global access</a:t>
          </a:r>
        </a:p>
      </dgm:t>
    </dgm:pt>
    <dgm:pt modelId="{C57EF278-D38F-475C-B53A-26FF1018FD1E}" type="parTrans" cxnId="{AFABA973-23A2-4689-81A3-2B27086BAEB1}">
      <dgm:prSet/>
      <dgm:spPr/>
      <dgm:t>
        <a:bodyPr/>
        <a:lstStyle/>
        <a:p>
          <a:endParaRPr lang="en-US"/>
        </a:p>
      </dgm:t>
    </dgm:pt>
    <dgm:pt modelId="{621D8487-3BC0-494E-93B5-AB3C24905C7B}" type="sibTrans" cxnId="{AFABA973-23A2-4689-81A3-2B27086BAEB1}">
      <dgm:prSet/>
      <dgm:spPr/>
      <dgm:t>
        <a:bodyPr/>
        <a:lstStyle/>
        <a:p>
          <a:endParaRPr lang="en-US"/>
        </a:p>
      </dgm:t>
    </dgm:pt>
    <dgm:pt modelId="{79D607CC-C8D5-4C88-83F9-87BD791B05AF}" type="pres">
      <dgm:prSet presAssocID="{5846EF98-79EB-4BAC-BCDC-60CF7FB6C4D3}" presName="matrix" presStyleCnt="0">
        <dgm:presLayoutVars>
          <dgm:chMax val="1"/>
          <dgm:dir/>
          <dgm:resizeHandles val="exact"/>
        </dgm:presLayoutVars>
      </dgm:prSet>
      <dgm:spPr/>
    </dgm:pt>
    <dgm:pt modelId="{2D8858DF-3174-4F9F-9AC4-838E31BD8156}" type="pres">
      <dgm:prSet presAssocID="{5846EF98-79EB-4BAC-BCDC-60CF7FB6C4D3}" presName="diamond" presStyleLbl="bgShp" presStyleIdx="0" presStyleCnt="1"/>
      <dgm:spPr/>
    </dgm:pt>
    <dgm:pt modelId="{690995AA-8555-4B73-99FB-FE1EDB37FCC1}" type="pres">
      <dgm:prSet presAssocID="{5846EF98-79EB-4BAC-BCDC-60CF7FB6C4D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A3930F3-C412-410E-8A31-FA549C886C82}" type="pres">
      <dgm:prSet presAssocID="{5846EF98-79EB-4BAC-BCDC-60CF7FB6C4D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B4579E7-9308-42FE-ACAD-736B4DE5256C}" type="pres">
      <dgm:prSet presAssocID="{5846EF98-79EB-4BAC-BCDC-60CF7FB6C4D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7676265-7D66-49C9-953C-46585CDE2ADF}" type="pres">
      <dgm:prSet presAssocID="{5846EF98-79EB-4BAC-BCDC-60CF7FB6C4D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08CF436-5F9F-45B8-9BF2-9C0331C9186E}" type="presOf" srcId="{8F0F05F7-5CB7-4A8A-80BF-F858A65AF177}" destId="{37676265-7D66-49C9-953C-46585CDE2ADF}" srcOrd="0" destOrd="0" presId="urn:microsoft.com/office/officeart/2005/8/layout/matrix3"/>
    <dgm:cxn modelId="{AFABA973-23A2-4689-81A3-2B27086BAEB1}" srcId="{5846EF98-79EB-4BAC-BCDC-60CF7FB6C4D3}" destId="{8F0F05F7-5CB7-4A8A-80BF-F858A65AF177}" srcOrd="3" destOrd="0" parTransId="{C57EF278-D38F-475C-B53A-26FF1018FD1E}" sibTransId="{621D8487-3BC0-494E-93B5-AB3C24905C7B}"/>
    <dgm:cxn modelId="{1EACC479-9E35-416B-ACF0-1E6B24DFE5B9}" srcId="{5846EF98-79EB-4BAC-BCDC-60CF7FB6C4D3}" destId="{21CD8DC9-B328-4D32-A3B9-6FCADF415423}" srcOrd="2" destOrd="0" parTransId="{FF2FB23D-842F-42EF-9E2A-4A5F0F101AAD}" sibTransId="{9DC2F92C-BB0D-479A-A4DF-C12CAB2A1C6F}"/>
    <dgm:cxn modelId="{2BBF937C-1538-43B3-9356-F36F4768E852}" srcId="{5846EF98-79EB-4BAC-BCDC-60CF7FB6C4D3}" destId="{DFB7E3DE-E06E-436E-8EC8-1046681C55F9}" srcOrd="0" destOrd="0" parTransId="{37103868-F2B2-4547-9418-F1BCD693D82A}" sibTransId="{8BEDA2FA-799B-40EB-AB6D-894F658A404C}"/>
    <dgm:cxn modelId="{02BD8291-1B06-466E-9241-B02D7F1EDA33}" type="presOf" srcId="{21CD8DC9-B328-4D32-A3B9-6FCADF415423}" destId="{EB4579E7-9308-42FE-ACAD-736B4DE5256C}" srcOrd="0" destOrd="0" presId="urn:microsoft.com/office/officeart/2005/8/layout/matrix3"/>
    <dgm:cxn modelId="{C25175B8-F492-4393-9114-449B3249E8A6}" srcId="{5846EF98-79EB-4BAC-BCDC-60CF7FB6C4D3}" destId="{5B48D40C-9D7A-4BBF-B07A-2AC431E05721}" srcOrd="1" destOrd="0" parTransId="{042D4D8E-3872-44EE-990D-4C82BD957346}" sibTransId="{9F98C47E-816B-4ED1-998A-D1F96278696C}"/>
    <dgm:cxn modelId="{DD969FBD-26EC-4CAE-BAB7-D0E80BD353D5}" type="presOf" srcId="{5846EF98-79EB-4BAC-BCDC-60CF7FB6C4D3}" destId="{79D607CC-C8D5-4C88-83F9-87BD791B05AF}" srcOrd="0" destOrd="0" presId="urn:microsoft.com/office/officeart/2005/8/layout/matrix3"/>
    <dgm:cxn modelId="{37C800BF-21D7-4E61-AB4E-511811258B21}" type="presOf" srcId="{5B48D40C-9D7A-4BBF-B07A-2AC431E05721}" destId="{6A3930F3-C412-410E-8A31-FA549C886C82}" srcOrd="0" destOrd="0" presId="urn:microsoft.com/office/officeart/2005/8/layout/matrix3"/>
    <dgm:cxn modelId="{1081E6C6-1A1E-4DA4-A2BC-88FD18CE1463}" type="presOf" srcId="{DFB7E3DE-E06E-436E-8EC8-1046681C55F9}" destId="{690995AA-8555-4B73-99FB-FE1EDB37FCC1}" srcOrd="0" destOrd="0" presId="urn:microsoft.com/office/officeart/2005/8/layout/matrix3"/>
    <dgm:cxn modelId="{D45601D8-31F2-451F-81BC-AAE1F1C8CA13}" type="presParOf" srcId="{79D607CC-C8D5-4C88-83F9-87BD791B05AF}" destId="{2D8858DF-3174-4F9F-9AC4-838E31BD8156}" srcOrd="0" destOrd="0" presId="urn:microsoft.com/office/officeart/2005/8/layout/matrix3"/>
    <dgm:cxn modelId="{ED579E44-9E84-4504-ACB8-246C2324BF2D}" type="presParOf" srcId="{79D607CC-C8D5-4C88-83F9-87BD791B05AF}" destId="{690995AA-8555-4B73-99FB-FE1EDB37FCC1}" srcOrd="1" destOrd="0" presId="urn:microsoft.com/office/officeart/2005/8/layout/matrix3"/>
    <dgm:cxn modelId="{1CFD0B9D-A980-4061-8BA8-BAFF9BA7D01D}" type="presParOf" srcId="{79D607CC-C8D5-4C88-83F9-87BD791B05AF}" destId="{6A3930F3-C412-410E-8A31-FA549C886C82}" srcOrd="2" destOrd="0" presId="urn:microsoft.com/office/officeart/2005/8/layout/matrix3"/>
    <dgm:cxn modelId="{4AB93013-A192-407B-8EF3-0C30F2132CB1}" type="presParOf" srcId="{79D607CC-C8D5-4C88-83F9-87BD791B05AF}" destId="{EB4579E7-9308-42FE-ACAD-736B4DE5256C}" srcOrd="3" destOrd="0" presId="urn:microsoft.com/office/officeart/2005/8/layout/matrix3"/>
    <dgm:cxn modelId="{6C456C7A-8517-49A6-ADF8-339002FE0E61}" type="presParOf" srcId="{79D607CC-C8D5-4C88-83F9-87BD791B05AF}" destId="{37676265-7D66-49C9-953C-46585CDE2AD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8B5462-32F6-4204-BA2C-ADF95C8199F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2C8F30D-E1FF-4411-A348-D86223E7D3FF}">
      <dgm:prSet/>
      <dgm:spPr/>
      <dgm:t>
        <a:bodyPr/>
        <a:lstStyle/>
        <a:p>
          <a:pPr>
            <a:defRPr cap="all"/>
          </a:pPr>
          <a:r>
            <a:rPr lang="en-US"/>
            <a:t>Gas fees</a:t>
          </a:r>
        </a:p>
      </dgm:t>
    </dgm:pt>
    <dgm:pt modelId="{D34E610D-7753-4E7E-B74A-E75690E06FEE}" type="parTrans" cxnId="{35CBF2CB-F107-4E01-9C7A-4EA30FEDED22}">
      <dgm:prSet/>
      <dgm:spPr/>
      <dgm:t>
        <a:bodyPr/>
        <a:lstStyle/>
        <a:p>
          <a:endParaRPr lang="en-US"/>
        </a:p>
      </dgm:t>
    </dgm:pt>
    <dgm:pt modelId="{5E7FB47E-DCAE-4269-AA3E-D9F378CF2F02}" type="sibTrans" cxnId="{35CBF2CB-F107-4E01-9C7A-4EA30FEDED22}">
      <dgm:prSet/>
      <dgm:spPr/>
      <dgm:t>
        <a:bodyPr/>
        <a:lstStyle/>
        <a:p>
          <a:endParaRPr lang="en-US"/>
        </a:p>
      </dgm:t>
    </dgm:pt>
    <dgm:pt modelId="{F7ECAF35-378D-4784-BDBE-1B61CB20D3BC}">
      <dgm:prSet/>
      <dgm:spPr/>
      <dgm:t>
        <a:bodyPr/>
        <a:lstStyle/>
        <a:p>
          <a:pPr>
            <a:defRPr cap="all"/>
          </a:pPr>
          <a:r>
            <a:rPr lang="en-US"/>
            <a:t>Scalability</a:t>
          </a:r>
        </a:p>
      </dgm:t>
    </dgm:pt>
    <dgm:pt modelId="{096DDD2C-DCF2-4B95-A38D-205B5A126DEA}" type="parTrans" cxnId="{FA26A1FF-E48C-4A19-B5BC-DFE1C0EF53F7}">
      <dgm:prSet/>
      <dgm:spPr/>
      <dgm:t>
        <a:bodyPr/>
        <a:lstStyle/>
        <a:p>
          <a:endParaRPr lang="en-US"/>
        </a:p>
      </dgm:t>
    </dgm:pt>
    <dgm:pt modelId="{3190AAE6-3DD4-48E8-8BAF-DD52C3075829}" type="sibTrans" cxnId="{FA26A1FF-E48C-4A19-B5BC-DFE1C0EF53F7}">
      <dgm:prSet/>
      <dgm:spPr/>
      <dgm:t>
        <a:bodyPr/>
        <a:lstStyle/>
        <a:p>
          <a:endParaRPr lang="en-US"/>
        </a:p>
      </dgm:t>
    </dgm:pt>
    <dgm:pt modelId="{E5193141-6E80-4A01-AB3E-B8DA85ADD5DA}">
      <dgm:prSet/>
      <dgm:spPr/>
      <dgm:t>
        <a:bodyPr/>
        <a:lstStyle/>
        <a:p>
          <a:pPr rtl="0">
            <a:defRPr cap="all"/>
          </a:pPr>
          <a:r>
            <a:rPr lang="en-US"/>
            <a:t>Future: </a:t>
          </a:r>
          <a:r>
            <a:rPr lang="en-US">
              <a:latin typeface="Arial"/>
            </a:rPr>
            <a:t>Finance &amp; Payment, Digital Identity, Healthcare. NFT &amp; Digital Ownership, </a:t>
          </a:r>
          <a:r>
            <a:rPr lang="en-US" err="1">
              <a:latin typeface="Arial"/>
            </a:rPr>
            <a:t>ect</a:t>
          </a:r>
          <a:endParaRPr lang="en-US" err="1"/>
        </a:p>
      </dgm:t>
    </dgm:pt>
    <dgm:pt modelId="{CA9C975E-0FB9-43BE-AA20-4030BFD446E3}" type="parTrans" cxnId="{C2C52129-93D9-42F8-953E-FE86A6D22B03}">
      <dgm:prSet/>
      <dgm:spPr/>
      <dgm:t>
        <a:bodyPr/>
        <a:lstStyle/>
        <a:p>
          <a:endParaRPr lang="en-US"/>
        </a:p>
      </dgm:t>
    </dgm:pt>
    <dgm:pt modelId="{CC4F6E62-98CB-4F42-9E76-026A31C38B92}" type="sibTrans" cxnId="{C2C52129-93D9-42F8-953E-FE86A6D22B03}">
      <dgm:prSet/>
      <dgm:spPr/>
      <dgm:t>
        <a:bodyPr/>
        <a:lstStyle/>
        <a:p>
          <a:endParaRPr lang="en-US"/>
        </a:p>
      </dgm:t>
    </dgm:pt>
    <dgm:pt modelId="{F5B01161-6760-4AB1-A040-33C7AD7DEDCF}" type="pres">
      <dgm:prSet presAssocID="{E08B5462-32F6-4204-BA2C-ADF95C8199FE}" presName="root" presStyleCnt="0">
        <dgm:presLayoutVars>
          <dgm:dir/>
          <dgm:resizeHandles val="exact"/>
        </dgm:presLayoutVars>
      </dgm:prSet>
      <dgm:spPr/>
    </dgm:pt>
    <dgm:pt modelId="{4DF5C4EF-F66A-4D29-B30E-1826442477A2}" type="pres">
      <dgm:prSet presAssocID="{92C8F30D-E1FF-4411-A348-D86223E7D3FF}" presName="compNode" presStyleCnt="0"/>
      <dgm:spPr/>
    </dgm:pt>
    <dgm:pt modelId="{D1C083F9-CB70-4582-BDD1-708DED0F7178}" type="pres">
      <dgm:prSet presAssocID="{92C8F30D-E1FF-4411-A348-D86223E7D3FF}" presName="iconBgRect" presStyleLbl="bgShp" presStyleIdx="0" presStyleCnt="3"/>
      <dgm:spPr/>
    </dgm:pt>
    <dgm:pt modelId="{47771728-3B1F-468B-ACCC-FE81CD972319}" type="pres">
      <dgm:prSet presAssocID="{92C8F30D-E1FF-4411-A348-D86223E7D3F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7733285-E1D3-4906-9C23-9D49D768EEFA}" type="pres">
      <dgm:prSet presAssocID="{92C8F30D-E1FF-4411-A348-D86223E7D3FF}" presName="spaceRect" presStyleCnt="0"/>
      <dgm:spPr/>
    </dgm:pt>
    <dgm:pt modelId="{F2DFAC30-74A5-40F2-A34F-6B98EC5B22C7}" type="pres">
      <dgm:prSet presAssocID="{92C8F30D-E1FF-4411-A348-D86223E7D3FF}" presName="textRect" presStyleLbl="revTx" presStyleIdx="0" presStyleCnt="3">
        <dgm:presLayoutVars>
          <dgm:chMax val="1"/>
          <dgm:chPref val="1"/>
        </dgm:presLayoutVars>
      </dgm:prSet>
      <dgm:spPr/>
    </dgm:pt>
    <dgm:pt modelId="{A8469052-7779-40D8-83A3-C64239AA398E}" type="pres">
      <dgm:prSet presAssocID="{5E7FB47E-DCAE-4269-AA3E-D9F378CF2F02}" presName="sibTrans" presStyleCnt="0"/>
      <dgm:spPr/>
    </dgm:pt>
    <dgm:pt modelId="{EAC3B15C-1DE7-4051-82D9-335FDA6BE2D7}" type="pres">
      <dgm:prSet presAssocID="{F7ECAF35-378D-4784-BDBE-1B61CB20D3BC}" presName="compNode" presStyleCnt="0"/>
      <dgm:spPr/>
    </dgm:pt>
    <dgm:pt modelId="{DD6585C0-8622-42C8-871D-DE1C1B964BE2}" type="pres">
      <dgm:prSet presAssocID="{F7ECAF35-378D-4784-BDBE-1B61CB20D3BC}" presName="iconBgRect" presStyleLbl="bgShp" presStyleIdx="1" presStyleCnt="3"/>
      <dgm:spPr/>
    </dgm:pt>
    <dgm:pt modelId="{D995B469-7D49-49C3-B5B6-0D78D3A48A74}" type="pres">
      <dgm:prSet presAssocID="{F7ECAF35-378D-4784-BDBE-1B61CB20D3B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5C7D58F6-F5C0-4CB1-B38A-5B55DD7E08F1}" type="pres">
      <dgm:prSet presAssocID="{F7ECAF35-378D-4784-BDBE-1B61CB20D3BC}" presName="spaceRect" presStyleCnt="0"/>
      <dgm:spPr/>
    </dgm:pt>
    <dgm:pt modelId="{321D8239-7353-4B0E-9B81-2961B5E291E1}" type="pres">
      <dgm:prSet presAssocID="{F7ECAF35-378D-4784-BDBE-1B61CB20D3BC}" presName="textRect" presStyleLbl="revTx" presStyleIdx="1" presStyleCnt="3">
        <dgm:presLayoutVars>
          <dgm:chMax val="1"/>
          <dgm:chPref val="1"/>
        </dgm:presLayoutVars>
      </dgm:prSet>
      <dgm:spPr/>
    </dgm:pt>
    <dgm:pt modelId="{420D8141-C042-47BD-99A0-5ACC13351A67}" type="pres">
      <dgm:prSet presAssocID="{3190AAE6-3DD4-48E8-8BAF-DD52C3075829}" presName="sibTrans" presStyleCnt="0"/>
      <dgm:spPr/>
    </dgm:pt>
    <dgm:pt modelId="{210E5C15-E2CD-4281-81DD-C0986D4CC1D5}" type="pres">
      <dgm:prSet presAssocID="{E5193141-6E80-4A01-AB3E-B8DA85ADD5DA}" presName="compNode" presStyleCnt="0"/>
      <dgm:spPr/>
    </dgm:pt>
    <dgm:pt modelId="{D800AC38-8203-4FE2-9226-DFEC97ED5778}" type="pres">
      <dgm:prSet presAssocID="{E5193141-6E80-4A01-AB3E-B8DA85ADD5DA}" presName="iconBgRect" presStyleLbl="bgShp" presStyleIdx="2" presStyleCnt="3"/>
      <dgm:spPr/>
    </dgm:pt>
    <dgm:pt modelId="{4CD315EA-20E1-4CC9-8249-7E170184D249}" type="pres">
      <dgm:prSet presAssocID="{E5193141-6E80-4A01-AB3E-B8DA85ADD5D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4FF12F6-16D3-4C33-9D1E-BD2C0C24976D}" type="pres">
      <dgm:prSet presAssocID="{E5193141-6E80-4A01-AB3E-B8DA85ADD5DA}" presName="spaceRect" presStyleCnt="0"/>
      <dgm:spPr/>
    </dgm:pt>
    <dgm:pt modelId="{94CCDB35-8463-471D-8A23-DAFB08084289}" type="pres">
      <dgm:prSet presAssocID="{E5193141-6E80-4A01-AB3E-B8DA85ADD5D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D2D1B20-7B63-41F2-A6D4-6229B25A458E}" type="presOf" srcId="{F7ECAF35-378D-4784-BDBE-1B61CB20D3BC}" destId="{321D8239-7353-4B0E-9B81-2961B5E291E1}" srcOrd="0" destOrd="0" presId="urn:microsoft.com/office/officeart/2018/5/layout/IconCircleLabelList"/>
    <dgm:cxn modelId="{C2C52129-93D9-42F8-953E-FE86A6D22B03}" srcId="{E08B5462-32F6-4204-BA2C-ADF95C8199FE}" destId="{E5193141-6E80-4A01-AB3E-B8DA85ADD5DA}" srcOrd="2" destOrd="0" parTransId="{CA9C975E-0FB9-43BE-AA20-4030BFD446E3}" sibTransId="{CC4F6E62-98CB-4F42-9E76-026A31C38B92}"/>
    <dgm:cxn modelId="{29967359-4DF0-4F75-8601-6CDBA5A34566}" type="presOf" srcId="{E5193141-6E80-4A01-AB3E-B8DA85ADD5DA}" destId="{94CCDB35-8463-471D-8A23-DAFB08084289}" srcOrd="0" destOrd="0" presId="urn:microsoft.com/office/officeart/2018/5/layout/IconCircleLabelList"/>
    <dgm:cxn modelId="{35CBF2CB-F107-4E01-9C7A-4EA30FEDED22}" srcId="{E08B5462-32F6-4204-BA2C-ADF95C8199FE}" destId="{92C8F30D-E1FF-4411-A348-D86223E7D3FF}" srcOrd="0" destOrd="0" parTransId="{D34E610D-7753-4E7E-B74A-E75690E06FEE}" sibTransId="{5E7FB47E-DCAE-4269-AA3E-D9F378CF2F02}"/>
    <dgm:cxn modelId="{A18E08E0-64AD-48C3-AC22-A170D1FAF7DD}" type="presOf" srcId="{E08B5462-32F6-4204-BA2C-ADF95C8199FE}" destId="{F5B01161-6760-4AB1-A040-33C7AD7DEDCF}" srcOrd="0" destOrd="0" presId="urn:microsoft.com/office/officeart/2018/5/layout/IconCircleLabelList"/>
    <dgm:cxn modelId="{74ED73F1-8B5D-4741-BC71-05DE6EF37931}" type="presOf" srcId="{92C8F30D-E1FF-4411-A348-D86223E7D3FF}" destId="{F2DFAC30-74A5-40F2-A34F-6B98EC5B22C7}" srcOrd="0" destOrd="0" presId="urn:microsoft.com/office/officeart/2018/5/layout/IconCircleLabelList"/>
    <dgm:cxn modelId="{FA26A1FF-E48C-4A19-B5BC-DFE1C0EF53F7}" srcId="{E08B5462-32F6-4204-BA2C-ADF95C8199FE}" destId="{F7ECAF35-378D-4784-BDBE-1B61CB20D3BC}" srcOrd="1" destOrd="0" parTransId="{096DDD2C-DCF2-4B95-A38D-205B5A126DEA}" sibTransId="{3190AAE6-3DD4-48E8-8BAF-DD52C3075829}"/>
    <dgm:cxn modelId="{78587A16-9015-47EB-9AE1-10CB31AAB7AD}" type="presParOf" srcId="{F5B01161-6760-4AB1-A040-33C7AD7DEDCF}" destId="{4DF5C4EF-F66A-4D29-B30E-1826442477A2}" srcOrd="0" destOrd="0" presId="urn:microsoft.com/office/officeart/2018/5/layout/IconCircleLabelList"/>
    <dgm:cxn modelId="{8725471E-D912-4A0E-85F2-078D054A4E08}" type="presParOf" srcId="{4DF5C4EF-F66A-4D29-B30E-1826442477A2}" destId="{D1C083F9-CB70-4582-BDD1-708DED0F7178}" srcOrd="0" destOrd="0" presId="urn:microsoft.com/office/officeart/2018/5/layout/IconCircleLabelList"/>
    <dgm:cxn modelId="{9C6E450F-793F-4929-9AA5-00910277F330}" type="presParOf" srcId="{4DF5C4EF-F66A-4D29-B30E-1826442477A2}" destId="{47771728-3B1F-468B-ACCC-FE81CD972319}" srcOrd="1" destOrd="0" presId="urn:microsoft.com/office/officeart/2018/5/layout/IconCircleLabelList"/>
    <dgm:cxn modelId="{5CD93BB8-D559-4AE2-95F9-07FC1FC456E4}" type="presParOf" srcId="{4DF5C4EF-F66A-4D29-B30E-1826442477A2}" destId="{D7733285-E1D3-4906-9C23-9D49D768EEFA}" srcOrd="2" destOrd="0" presId="urn:microsoft.com/office/officeart/2018/5/layout/IconCircleLabelList"/>
    <dgm:cxn modelId="{9AB3BB3A-79E3-46E5-83B8-420B04A4E0BF}" type="presParOf" srcId="{4DF5C4EF-F66A-4D29-B30E-1826442477A2}" destId="{F2DFAC30-74A5-40F2-A34F-6B98EC5B22C7}" srcOrd="3" destOrd="0" presId="urn:microsoft.com/office/officeart/2018/5/layout/IconCircleLabelList"/>
    <dgm:cxn modelId="{9F5400FA-E21F-418F-B0FC-1A4F4088D352}" type="presParOf" srcId="{F5B01161-6760-4AB1-A040-33C7AD7DEDCF}" destId="{A8469052-7779-40D8-83A3-C64239AA398E}" srcOrd="1" destOrd="0" presId="urn:microsoft.com/office/officeart/2018/5/layout/IconCircleLabelList"/>
    <dgm:cxn modelId="{4A8FEE43-0D94-4CC8-8B13-442A2C4DD669}" type="presParOf" srcId="{F5B01161-6760-4AB1-A040-33C7AD7DEDCF}" destId="{EAC3B15C-1DE7-4051-82D9-335FDA6BE2D7}" srcOrd="2" destOrd="0" presId="urn:microsoft.com/office/officeart/2018/5/layout/IconCircleLabelList"/>
    <dgm:cxn modelId="{82E0411A-6233-4471-AD55-3316DC0C80A7}" type="presParOf" srcId="{EAC3B15C-1DE7-4051-82D9-335FDA6BE2D7}" destId="{DD6585C0-8622-42C8-871D-DE1C1B964BE2}" srcOrd="0" destOrd="0" presId="urn:microsoft.com/office/officeart/2018/5/layout/IconCircleLabelList"/>
    <dgm:cxn modelId="{71C8DF5E-319D-43D1-B925-CAA8E7433944}" type="presParOf" srcId="{EAC3B15C-1DE7-4051-82D9-335FDA6BE2D7}" destId="{D995B469-7D49-49C3-B5B6-0D78D3A48A74}" srcOrd="1" destOrd="0" presId="urn:microsoft.com/office/officeart/2018/5/layout/IconCircleLabelList"/>
    <dgm:cxn modelId="{26B25393-6CBD-4A32-BAB8-CB933F09B276}" type="presParOf" srcId="{EAC3B15C-1DE7-4051-82D9-335FDA6BE2D7}" destId="{5C7D58F6-F5C0-4CB1-B38A-5B55DD7E08F1}" srcOrd="2" destOrd="0" presId="urn:microsoft.com/office/officeart/2018/5/layout/IconCircleLabelList"/>
    <dgm:cxn modelId="{60F0AFA2-B990-443A-A589-BD64966E0937}" type="presParOf" srcId="{EAC3B15C-1DE7-4051-82D9-335FDA6BE2D7}" destId="{321D8239-7353-4B0E-9B81-2961B5E291E1}" srcOrd="3" destOrd="0" presId="urn:microsoft.com/office/officeart/2018/5/layout/IconCircleLabelList"/>
    <dgm:cxn modelId="{9886F129-2A25-4FF7-919F-4E382CA508BF}" type="presParOf" srcId="{F5B01161-6760-4AB1-A040-33C7AD7DEDCF}" destId="{420D8141-C042-47BD-99A0-5ACC13351A67}" srcOrd="3" destOrd="0" presId="urn:microsoft.com/office/officeart/2018/5/layout/IconCircleLabelList"/>
    <dgm:cxn modelId="{A89CB6E2-71B1-4672-9CD0-E44673565D96}" type="presParOf" srcId="{F5B01161-6760-4AB1-A040-33C7AD7DEDCF}" destId="{210E5C15-E2CD-4281-81DD-C0986D4CC1D5}" srcOrd="4" destOrd="0" presId="urn:microsoft.com/office/officeart/2018/5/layout/IconCircleLabelList"/>
    <dgm:cxn modelId="{198ABA37-88B3-4FAF-9539-70A76D6D018A}" type="presParOf" srcId="{210E5C15-E2CD-4281-81DD-C0986D4CC1D5}" destId="{D800AC38-8203-4FE2-9226-DFEC97ED5778}" srcOrd="0" destOrd="0" presId="urn:microsoft.com/office/officeart/2018/5/layout/IconCircleLabelList"/>
    <dgm:cxn modelId="{A1386EB4-2DA9-4FA5-839A-533C6139C538}" type="presParOf" srcId="{210E5C15-E2CD-4281-81DD-C0986D4CC1D5}" destId="{4CD315EA-20E1-4CC9-8249-7E170184D249}" srcOrd="1" destOrd="0" presId="urn:microsoft.com/office/officeart/2018/5/layout/IconCircleLabelList"/>
    <dgm:cxn modelId="{5E5CB0C9-03D6-455E-AA5F-1EDC5025CF70}" type="presParOf" srcId="{210E5C15-E2CD-4281-81DD-C0986D4CC1D5}" destId="{34FF12F6-16D3-4C33-9D1E-BD2C0C24976D}" srcOrd="2" destOrd="0" presId="urn:microsoft.com/office/officeart/2018/5/layout/IconCircleLabelList"/>
    <dgm:cxn modelId="{C1113D9F-B991-4351-B6AC-2C8C18348CDC}" type="presParOf" srcId="{210E5C15-E2CD-4281-81DD-C0986D4CC1D5}" destId="{94CCDB35-8463-471D-8A23-DAFB0808428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858DF-3174-4F9F-9AC4-838E31BD8156}">
      <dsp:nvSpPr>
        <dsp:cNvPr id="0" name=""/>
        <dsp:cNvSpPr/>
      </dsp:nvSpPr>
      <dsp:spPr>
        <a:xfrm>
          <a:off x="1968911" y="0"/>
          <a:ext cx="3948876" cy="3948876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0995AA-8555-4B73-99FB-FE1EDB37FCC1}">
      <dsp:nvSpPr>
        <dsp:cNvPr id="0" name=""/>
        <dsp:cNvSpPr/>
      </dsp:nvSpPr>
      <dsp:spPr>
        <a:xfrm>
          <a:off x="2344055" y="375143"/>
          <a:ext cx="1540061" cy="15400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 middleman fees</a:t>
          </a:r>
        </a:p>
      </dsp:txBody>
      <dsp:txXfrm>
        <a:off x="2419235" y="450323"/>
        <a:ext cx="1389701" cy="1389701"/>
      </dsp:txXfrm>
    </dsp:sp>
    <dsp:sp modelId="{6A3930F3-C412-410E-8A31-FA549C886C82}">
      <dsp:nvSpPr>
        <dsp:cNvPr id="0" name=""/>
        <dsp:cNvSpPr/>
      </dsp:nvSpPr>
      <dsp:spPr>
        <a:xfrm>
          <a:off x="4002583" y="375143"/>
          <a:ext cx="1540061" cy="154006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High security</a:t>
          </a:r>
        </a:p>
      </dsp:txBody>
      <dsp:txXfrm>
        <a:off x="4077763" y="450323"/>
        <a:ext cx="1389701" cy="1389701"/>
      </dsp:txXfrm>
    </dsp:sp>
    <dsp:sp modelId="{EB4579E7-9308-42FE-ACAD-736B4DE5256C}">
      <dsp:nvSpPr>
        <dsp:cNvPr id="0" name=""/>
        <dsp:cNvSpPr/>
      </dsp:nvSpPr>
      <dsp:spPr>
        <a:xfrm>
          <a:off x="2344055" y="2033671"/>
          <a:ext cx="1540061" cy="154006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Immutable records</a:t>
          </a:r>
        </a:p>
      </dsp:txBody>
      <dsp:txXfrm>
        <a:off x="2419235" y="2108851"/>
        <a:ext cx="1389701" cy="1389701"/>
      </dsp:txXfrm>
    </dsp:sp>
    <dsp:sp modelId="{37676265-7D66-49C9-953C-46585CDE2ADF}">
      <dsp:nvSpPr>
        <dsp:cNvPr id="0" name=""/>
        <dsp:cNvSpPr/>
      </dsp:nvSpPr>
      <dsp:spPr>
        <a:xfrm>
          <a:off x="4002583" y="2033671"/>
          <a:ext cx="1540061" cy="154006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Global access</a:t>
          </a:r>
        </a:p>
      </dsp:txBody>
      <dsp:txXfrm>
        <a:off x="4077763" y="2108851"/>
        <a:ext cx="1389701" cy="13897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C083F9-CB70-4582-BDD1-708DED0F7178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771728-3B1F-468B-ACCC-FE81CD972319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FAC30-74A5-40F2-A34F-6B98EC5B22C7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Gas fees</a:t>
          </a:r>
        </a:p>
      </dsp:txBody>
      <dsp:txXfrm>
        <a:off x="46529" y="2703902"/>
        <a:ext cx="2418750" cy="720000"/>
      </dsp:txXfrm>
    </dsp:sp>
    <dsp:sp modelId="{DD6585C0-8622-42C8-871D-DE1C1B964BE2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5B469-7D49-49C3-B5B6-0D78D3A48A74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D8239-7353-4B0E-9B81-2961B5E291E1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Scalability</a:t>
          </a:r>
        </a:p>
      </dsp:txBody>
      <dsp:txXfrm>
        <a:off x="2888560" y="2703902"/>
        <a:ext cx="2418750" cy="720000"/>
      </dsp:txXfrm>
    </dsp:sp>
    <dsp:sp modelId="{D800AC38-8203-4FE2-9226-DFEC97ED5778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D315EA-20E1-4CC9-8249-7E170184D249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CCDB35-8463-471D-8A23-DAFB08084289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Future: </a:t>
          </a:r>
          <a:r>
            <a:rPr lang="en-US" sz="1300" kern="1200">
              <a:latin typeface="Arial"/>
            </a:rPr>
            <a:t>Finance &amp; Payment, Digital Identity, Healthcare. NFT &amp; Digital Ownership, </a:t>
          </a:r>
          <a:r>
            <a:rPr lang="en-US" sz="1300" kern="1200" err="1">
              <a:latin typeface="Arial"/>
            </a:rPr>
            <a:t>ect</a:t>
          </a:r>
          <a:endParaRPr lang="en-US" sz="1300" kern="1200" err="1"/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8b8cd57c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8b8cd57c9_0_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8b8cd57c9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8b8cd57c9_0_24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1FCB4F85-A1AD-2856-E6A9-9288C7EAE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8b8cd57c9_0_243:notes">
            <a:extLst>
              <a:ext uri="{FF2B5EF4-FFF2-40B4-BE49-F238E27FC236}">
                <a16:creationId xmlns:a16="http://schemas.microsoft.com/office/drawing/2014/main" id="{71F0B274-5D67-2DD3-3508-C923BBE70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8b8cd57c9_0_243:notes">
            <a:extLst>
              <a:ext uri="{FF2B5EF4-FFF2-40B4-BE49-F238E27FC236}">
                <a16:creationId xmlns:a16="http://schemas.microsoft.com/office/drawing/2014/main" id="{86C47AF7-FE65-B31B-72A9-48903CF321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1445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D18BE203-210E-D2BF-0EAF-D8434C0E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8b8cd57c9_0_243:notes">
            <a:extLst>
              <a:ext uri="{FF2B5EF4-FFF2-40B4-BE49-F238E27FC236}">
                <a16:creationId xmlns:a16="http://schemas.microsoft.com/office/drawing/2014/main" id="{912A0DF3-0C9E-48C4-4D29-8F827C4C4B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8b8cd57c9_0_243:notes">
            <a:extLst>
              <a:ext uri="{FF2B5EF4-FFF2-40B4-BE49-F238E27FC236}">
                <a16:creationId xmlns:a16="http://schemas.microsoft.com/office/drawing/2014/main" id="{76DAA11E-7DEA-5ECA-3E5B-9AABDC188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5747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b8cd57c9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8b8cd57c9_0_32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D2A9F766-D64E-BCD9-7614-F537784C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b8cd57c9_0_321:notes">
            <a:extLst>
              <a:ext uri="{FF2B5EF4-FFF2-40B4-BE49-F238E27FC236}">
                <a16:creationId xmlns:a16="http://schemas.microsoft.com/office/drawing/2014/main" id="{9933F1C7-5F1D-42C4-07C1-2BD489382C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8b8cd57c9_0_321:notes">
            <a:extLst>
              <a:ext uri="{FF2B5EF4-FFF2-40B4-BE49-F238E27FC236}">
                <a16:creationId xmlns:a16="http://schemas.microsoft.com/office/drawing/2014/main" id="{CD7B5172-9FE0-7C09-963C-159E053D02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6955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879DE088-30D5-30ED-1BC1-076DB9308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b8cd57c9_0_321:notes">
            <a:extLst>
              <a:ext uri="{FF2B5EF4-FFF2-40B4-BE49-F238E27FC236}">
                <a16:creationId xmlns:a16="http://schemas.microsoft.com/office/drawing/2014/main" id="{4E479DEA-372E-371D-2929-3610CF2DD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8b8cd57c9_0_321:notes">
            <a:extLst>
              <a:ext uri="{FF2B5EF4-FFF2-40B4-BE49-F238E27FC236}">
                <a16:creationId xmlns:a16="http://schemas.microsoft.com/office/drawing/2014/main" id="{4D8C640F-F491-8682-0E91-6DD80CC252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4495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843295" y="1371600"/>
            <a:ext cx="7800492" cy="123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843295" y="2610079"/>
            <a:ext cx="5603875" cy="216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2pPr>
            <a:lvl3pPr lvl="2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3pPr>
            <a:lvl4pPr lvl="3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4pPr>
            <a:lvl5pPr lvl="4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5pPr>
            <a:lvl6pPr lvl="5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6pPr>
            <a:lvl7pPr lvl="6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7pPr>
            <a:lvl8pPr lvl="7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8pPr>
            <a:lvl9pPr lvl="8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ctrTitle"/>
          </p:nvPr>
        </p:nvSpPr>
        <p:spPr>
          <a:xfrm>
            <a:off x="846226" y="2654554"/>
            <a:ext cx="2907029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ftr" idx="11"/>
          </p:nvPr>
        </p:nvSpPr>
        <p:spPr>
          <a:xfrm>
            <a:off x="510946" y="6228279"/>
            <a:ext cx="288544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2pPr>
            <a:lvl3pPr lvl="2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3pPr>
            <a:lvl4pPr lvl="3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4pPr>
            <a:lvl5pPr lvl="4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5pPr>
            <a:lvl6pPr lvl="5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6pPr>
            <a:lvl7pPr lvl="6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7pPr>
            <a:lvl8pPr lvl="7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8pPr>
            <a:lvl9pPr lvl="8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43295" y="1371600"/>
            <a:ext cx="7800492" cy="123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ftr" idx="11"/>
          </p:nvPr>
        </p:nvSpPr>
        <p:spPr>
          <a:xfrm>
            <a:off x="510946" y="6228279"/>
            <a:ext cx="288544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2pPr>
            <a:lvl3pPr lvl="2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3pPr>
            <a:lvl4pPr lvl="3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4pPr>
            <a:lvl5pPr lvl="4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5pPr>
            <a:lvl6pPr lvl="5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6pPr>
            <a:lvl7pPr lvl="6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7pPr>
            <a:lvl8pPr lvl="7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8pPr>
            <a:lvl9pPr lvl="8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43295" y="1371600"/>
            <a:ext cx="7800492" cy="123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510946" y="6228279"/>
            <a:ext cx="288544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2pPr>
            <a:lvl3pPr lvl="2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3pPr>
            <a:lvl4pPr lvl="3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4pPr>
            <a:lvl5pPr lvl="4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5pPr>
            <a:lvl6pPr lvl="5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6pPr>
            <a:lvl7pPr lvl="6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7pPr>
            <a:lvl8pPr lvl="7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8pPr>
            <a:lvl9pPr lvl="8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510946" y="6228279"/>
            <a:ext cx="288544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2pPr>
            <a:lvl3pPr lvl="2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3pPr>
            <a:lvl4pPr lvl="3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4pPr>
            <a:lvl5pPr lvl="4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5pPr>
            <a:lvl6pPr lvl="5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6pPr>
            <a:lvl7pPr lvl="6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7pPr>
            <a:lvl8pPr lvl="7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8pPr>
            <a:lvl9pPr lvl="8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6614907"/>
            <a:ext cx="12192000" cy="243204"/>
          </a:xfrm>
          <a:custGeom>
            <a:avLst/>
            <a:gdLst/>
            <a:ahLst/>
            <a:cxnLst/>
            <a:rect l="l" t="t" r="r" b="b"/>
            <a:pathLst>
              <a:path w="12192000" h="243204" extrusionOk="0">
                <a:moveTo>
                  <a:pt x="12192000" y="0"/>
                </a:moveTo>
                <a:lnTo>
                  <a:pt x="0" y="0"/>
                </a:lnTo>
                <a:lnTo>
                  <a:pt x="0" y="243090"/>
                </a:lnTo>
                <a:lnTo>
                  <a:pt x="12192000" y="24309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9FB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7" name="Google Shape;7;p8"/>
          <p:cNvGrpSpPr/>
          <p:nvPr/>
        </p:nvGrpSpPr>
        <p:grpSpPr>
          <a:xfrm>
            <a:off x="10297539" y="9850"/>
            <a:ext cx="1231640" cy="1142915"/>
            <a:chOff x="9601200" y="0"/>
            <a:chExt cx="2159635" cy="2004060"/>
          </a:xfrm>
        </p:grpSpPr>
        <p:sp>
          <p:nvSpPr>
            <p:cNvPr id="8" name="Google Shape;8;p8"/>
            <p:cNvSpPr/>
            <p:nvPr/>
          </p:nvSpPr>
          <p:spPr>
            <a:xfrm>
              <a:off x="9601200" y="0"/>
              <a:ext cx="2159635" cy="2004060"/>
            </a:xfrm>
            <a:custGeom>
              <a:avLst/>
              <a:gdLst/>
              <a:ahLst/>
              <a:cxnLst/>
              <a:rect l="l" t="t" r="r" b="b"/>
              <a:pathLst>
                <a:path w="2159634" h="2004060" extrusionOk="0">
                  <a:moveTo>
                    <a:pt x="0" y="0"/>
                  </a:moveTo>
                  <a:lnTo>
                    <a:pt x="2159614" y="0"/>
                  </a:lnTo>
                  <a:lnTo>
                    <a:pt x="2159614" y="2003939"/>
                  </a:lnTo>
                  <a:lnTo>
                    <a:pt x="0" y="2003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" name="Google Shape;9;p8"/>
            <p:cNvSpPr/>
            <p:nvPr/>
          </p:nvSpPr>
          <p:spPr>
            <a:xfrm>
              <a:off x="10331527" y="525665"/>
              <a:ext cx="701675" cy="675640"/>
            </a:xfrm>
            <a:custGeom>
              <a:avLst/>
              <a:gdLst/>
              <a:ahLst/>
              <a:cxnLst/>
              <a:rect l="l" t="t" r="r" b="b"/>
              <a:pathLst>
                <a:path w="701675" h="675640" extrusionOk="0">
                  <a:moveTo>
                    <a:pt x="318452" y="330733"/>
                  </a:moveTo>
                  <a:lnTo>
                    <a:pt x="307911" y="230809"/>
                  </a:lnTo>
                  <a:lnTo>
                    <a:pt x="284073" y="146837"/>
                  </a:lnTo>
                  <a:lnTo>
                    <a:pt x="238366" y="76581"/>
                  </a:lnTo>
                  <a:lnTo>
                    <a:pt x="197891" y="46177"/>
                  </a:lnTo>
                  <a:lnTo>
                    <a:pt x="156108" y="24155"/>
                  </a:lnTo>
                  <a:lnTo>
                    <a:pt x="116433" y="9194"/>
                  </a:lnTo>
                  <a:lnTo>
                    <a:pt x="82245" y="0"/>
                  </a:lnTo>
                  <a:lnTo>
                    <a:pt x="82245" y="148323"/>
                  </a:lnTo>
                  <a:lnTo>
                    <a:pt x="117640" y="158292"/>
                  </a:lnTo>
                  <a:lnTo>
                    <a:pt x="157937" y="173443"/>
                  </a:lnTo>
                  <a:lnTo>
                    <a:pt x="199936" y="194983"/>
                  </a:lnTo>
                  <a:lnTo>
                    <a:pt x="240411" y="224167"/>
                  </a:lnTo>
                  <a:lnTo>
                    <a:pt x="269849" y="250113"/>
                  </a:lnTo>
                  <a:lnTo>
                    <a:pt x="301548" y="293408"/>
                  </a:lnTo>
                  <a:lnTo>
                    <a:pt x="318452" y="330733"/>
                  </a:lnTo>
                  <a:close/>
                </a:path>
                <a:path w="701675" h="675640" extrusionOk="0">
                  <a:moveTo>
                    <a:pt x="328942" y="675411"/>
                  </a:moveTo>
                  <a:lnTo>
                    <a:pt x="305904" y="472757"/>
                  </a:lnTo>
                  <a:lnTo>
                    <a:pt x="289534" y="399288"/>
                  </a:lnTo>
                  <a:lnTo>
                    <a:pt x="271462" y="358775"/>
                  </a:lnTo>
                  <a:lnTo>
                    <a:pt x="243979" y="319646"/>
                  </a:lnTo>
                  <a:lnTo>
                    <a:pt x="204927" y="284784"/>
                  </a:lnTo>
                  <a:lnTo>
                    <a:pt x="130848" y="246494"/>
                  </a:lnTo>
                  <a:lnTo>
                    <a:pt x="65087" y="230873"/>
                  </a:lnTo>
                  <a:lnTo>
                    <a:pt x="18008" y="228447"/>
                  </a:lnTo>
                  <a:lnTo>
                    <a:pt x="0" y="229730"/>
                  </a:lnTo>
                  <a:lnTo>
                    <a:pt x="0" y="479069"/>
                  </a:lnTo>
                  <a:lnTo>
                    <a:pt x="28714" y="479526"/>
                  </a:lnTo>
                  <a:lnTo>
                    <a:pt x="51930" y="482803"/>
                  </a:lnTo>
                  <a:lnTo>
                    <a:pt x="131025" y="508952"/>
                  </a:lnTo>
                  <a:lnTo>
                    <a:pt x="213982" y="553770"/>
                  </a:lnTo>
                  <a:lnTo>
                    <a:pt x="276237" y="608901"/>
                  </a:lnTo>
                  <a:lnTo>
                    <a:pt x="315366" y="655675"/>
                  </a:lnTo>
                  <a:lnTo>
                    <a:pt x="328942" y="675411"/>
                  </a:lnTo>
                  <a:close/>
                </a:path>
                <a:path w="701675" h="675640" extrusionOk="0">
                  <a:moveTo>
                    <a:pt x="618121" y="0"/>
                  </a:moveTo>
                  <a:lnTo>
                    <a:pt x="544601" y="24155"/>
                  </a:lnTo>
                  <a:lnTo>
                    <a:pt x="503059" y="46177"/>
                  </a:lnTo>
                  <a:lnTo>
                    <a:pt x="462711" y="76581"/>
                  </a:lnTo>
                  <a:lnTo>
                    <a:pt x="417207" y="121272"/>
                  </a:lnTo>
                  <a:lnTo>
                    <a:pt x="393687" y="162648"/>
                  </a:lnTo>
                  <a:lnTo>
                    <a:pt x="384670" y="224523"/>
                  </a:lnTo>
                  <a:lnTo>
                    <a:pt x="382638" y="330733"/>
                  </a:lnTo>
                  <a:lnTo>
                    <a:pt x="387578" y="320255"/>
                  </a:lnTo>
                  <a:lnTo>
                    <a:pt x="402323" y="293916"/>
                  </a:lnTo>
                  <a:lnTo>
                    <a:pt x="426732" y="259346"/>
                  </a:lnTo>
                  <a:lnTo>
                    <a:pt x="460667" y="224167"/>
                  </a:lnTo>
                  <a:lnTo>
                    <a:pt x="501421" y="195414"/>
                  </a:lnTo>
                  <a:lnTo>
                    <a:pt x="543293" y="174078"/>
                  </a:lnTo>
                  <a:lnTo>
                    <a:pt x="583234" y="158991"/>
                  </a:lnTo>
                  <a:lnTo>
                    <a:pt x="618121" y="148983"/>
                  </a:lnTo>
                  <a:lnTo>
                    <a:pt x="618121" y="0"/>
                  </a:lnTo>
                  <a:close/>
                </a:path>
                <a:path w="701675" h="675640" extrusionOk="0">
                  <a:moveTo>
                    <a:pt x="701078" y="229730"/>
                  </a:moveTo>
                  <a:lnTo>
                    <a:pt x="635990" y="230873"/>
                  </a:lnTo>
                  <a:lnTo>
                    <a:pt x="570230" y="246494"/>
                  </a:lnTo>
                  <a:lnTo>
                    <a:pt x="496150" y="284784"/>
                  </a:lnTo>
                  <a:lnTo>
                    <a:pt x="457111" y="319646"/>
                  </a:lnTo>
                  <a:lnTo>
                    <a:pt x="429615" y="358775"/>
                  </a:lnTo>
                  <a:lnTo>
                    <a:pt x="411556" y="399288"/>
                  </a:lnTo>
                  <a:lnTo>
                    <a:pt x="400786" y="438251"/>
                  </a:lnTo>
                  <a:lnTo>
                    <a:pt x="372135" y="675411"/>
                  </a:lnTo>
                  <a:lnTo>
                    <a:pt x="385622" y="655675"/>
                  </a:lnTo>
                  <a:lnTo>
                    <a:pt x="424573" y="608901"/>
                  </a:lnTo>
                  <a:lnTo>
                    <a:pt x="486816" y="553770"/>
                  </a:lnTo>
                  <a:lnTo>
                    <a:pt x="570103" y="508952"/>
                  </a:lnTo>
                  <a:lnTo>
                    <a:pt x="619175" y="491680"/>
                  </a:lnTo>
                  <a:lnTo>
                    <a:pt x="672388" y="479526"/>
                  </a:lnTo>
                  <a:lnTo>
                    <a:pt x="701078" y="479069"/>
                  </a:lnTo>
                  <a:lnTo>
                    <a:pt x="701078" y="229730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0" name="Google Shape;10;p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591457" y="426052"/>
              <a:ext cx="180494" cy="215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1;p8"/>
            <p:cNvSpPr/>
            <p:nvPr/>
          </p:nvSpPr>
          <p:spPr>
            <a:xfrm>
              <a:off x="9916885" y="1339646"/>
              <a:ext cx="1530985" cy="297180"/>
            </a:xfrm>
            <a:custGeom>
              <a:avLst/>
              <a:gdLst/>
              <a:ahLst/>
              <a:cxnLst/>
              <a:rect l="l" t="t" r="r" b="b"/>
              <a:pathLst>
                <a:path w="1530984" h="297180" extrusionOk="0">
                  <a:moveTo>
                    <a:pt x="66205" y="283400"/>
                  </a:moveTo>
                  <a:lnTo>
                    <a:pt x="15328" y="283400"/>
                  </a:lnTo>
                  <a:lnTo>
                    <a:pt x="15328" y="245110"/>
                  </a:lnTo>
                  <a:lnTo>
                    <a:pt x="60629" y="245110"/>
                  </a:lnTo>
                  <a:lnTo>
                    <a:pt x="60629" y="233959"/>
                  </a:lnTo>
                  <a:lnTo>
                    <a:pt x="15328" y="233959"/>
                  </a:lnTo>
                  <a:lnTo>
                    <a:pt x="15328" y="199847"/>
                  </a:lnTo>
                  <a:lnTo>
                    <a:pt x="63423" y="199847"/>
                  </a:lnTo>
                  <a:lnTo>
                    <a:pt x="63423" y="188696"/>
                  </a:lnTo>
                  <a:lnTo>
                    <a:pt x="0" y="188696"/>
                  </a:lnTo>
                  <a:lnTo>
                    <a:pt x="0" y="295249"/>
                  </a:lnTo>
                  <a:lnTo>
                    <a:pt x="66205" y="295249"/>
                  </a:lnTo>
                  <a:lnTo>
                    <a:pt x="66205" y="283400"/>
                  </a:lnTo>
                  <a:close/>
                </a:path>
                <a:path w="1530984" h="297180" extrusionOk="0">
                  <a:moveTo>
                    <a:pt x="189560" y="295249"/>
                  </a:moveTo>
                  <a:lnTo>
                    <a:pt x="177088" y="261823"/>
                  </a:lnTo>
                  <a:lnTo>
                    <a:pt x="172935" y="250685"/>
                  </a:lnTo>
                  <a:lnTo>
                    <a:pt x="157492" y="209245"/>
                  </a:lnTo>
                  <a:lnTo>
                    <a:pt x="157492" y="250685"/>
                  </a:lnTo>
                  <a:lnTo>
                    <a:pt x="122656" y="250685"/>
                  </a:lnTo>
                  <a:lnTo>
                    <a:pt x="133794" y="220040"/>
                  </a:lnTo>
                  <a:lnTo>
                    <a:pt x="135902" y="213779"/>
                  </a:lnTo>
                  <a:lnTo>
                    <a:pt x="137985" y="206806"/>
                  </a:lnTo>
                  <a:lnTo>
                    <a:pt x="140081" y="200545"/>
                  </a:lnTo>
                  <a:lnTo>
                    <a:pt x="142163" y="206806"/>
                  </a:lnTo>
                  <a:lnTo>
                    <a:pt x="143560" y="213080"/>
                  </a:lnTo>
                  <a:lnTo>
                    <a:pt x="146354" y="220040"/>
                  </a:lnTo>
                  <a:lnTo>
                    <a:pt x="157492" y="250685"/>
                  </a:lnTo>
                  <a:lnTo>
                    <a:pt x="157492" y="209245"/>
                  </a:lnTo>
                  <a:lnTo>
                    <a:pt x="154254" y="200545"/>
                  </a:lnTo>
                  <a:lnTo>
                    <a:pt x="149834" y="188696"/>
                  </a:lnTo>
                  <a:lnTo>
                    <a:pt x="131013" y="188696"/>
                  </a:lnTo>
                  <a:lnTo>
                    <a:pt x="91287" y="295249"/>
                  </a:lnTo>
                  <a:lnTo>
                    <a:pt x="107327" y="295249"/>
                  </a:lnTo>
                  <a:lnTo>
                    <a:pt x="119164" y="261823"/>
                  </a:lnTo>
                  <a:lnTo>
                    <a:pt x="160985" y="261823"/>
                  </a:lnTo>
                  <a:lnTo>
                    <a:pt x="173532" y="295249"/>
                  </a:lnTo>
                  <a:lnTo>
                    <a:pt x="189560" y="295249"/>
                  </a:lnTo>
                  <a:close/>
                </a:path>
                <a:path w="1530984" h="297180" extrusionOk="0">
                  <a:moveTo>
                    <a:pt x="243217" y="2082"/>
                  </a:moveTo>
                  <a:lnTo>
                    <a:pt x="227888" y="2082"/>
                  </a:lnTo>
                  <a:lnTo>
                    <a:pt x="227888" y="64757"/>
                  </a:lnTo>
                  <a:lnTo>
                    <a:pt x="225869" y="80073"/>
                  </a:lnTo>
                  <a:lnTo>
                    <a:pt x="220129" y="90690"/>
                  </a:lnTo>
                  <a:lnTo>
                    <a:pt x="211124" y="96875"/>
                  </a:lnTo>
                  <a:lnTo>
                    <a:pt x="199313" y="98869"/>
                  </a:lnTo>
                  <a:lnTo>
                    <a:pt x="188595" y="96875"/>
                  </a:lnTo>
                  <a:lnTo>
                    <a:pt x="179971" y="90690"/>
                  </a:lnTo>
                  <a:lnTo>
                    <a:pt x="174231" y="80073"/>
                  </a:lnTo>
                  <a:lnTo>
                    <a:pt x="172135" y="64757"/>
                  </a:lnTo>
                  <a:lnTo>
                    <a:pt x="172135" y="2082"/>
                  </a:lnTo>
                  <a:lnTo>
                    <a:pt x="156794" y="2082"/>
                  </a:lnTo>
                  <a:lnTo>
                    <a:pt x="156794" y="64757"/>
                  </a:lnTo>
                  <a:lnTo>
                    <a:pt x="160007" y="85636"/>
                  </a:lnTo>
                  <a:lnTo>
                    <a:pt x="168910" y="99656"/>
                  </a:lnTo>
                  <a:lnTo>
                    <a:pt x="182384" y="107556"/>
                  </a:lnTo>
                  <a:lnTo>
                    <a:pt x="199313" y="110020"/>
                  </a:lnTo>
                  <a:lnTo>
                    <a:pt x="216750" y="107442"/>
                  </a:lnTo>
                  <a:lnTo>
                    <a:pt x="230670" y="99314"/>
                  </a:lnTo>
                  <a:lnTo>
                    <a:pt x="230962" y="98869"/>
                  </a:lnTo>
                  <a:lnTo>
                    <a:pt x="239890" y="85051"/>
                  </a:lnTo>
                  <a:lnTo>
                    <a:pt x="243103" y="64757"/>
                  </a:lnTo>
                  <a:lnTo>
                    <a:pt x="243217" y="2082"/>
                  </a:lnTo>
                  <a:close/>
                </a:path>
                <a:path w="1530984" h="297180" extrusionOk="0">
                  <a:moveTo>
                    <a:pt x="282943" y="266001"/>
                  </a:moveTo>
                  <a:lnTo>
                    <a:pt x="252971" y="234657"/>
                  </a:lnTo>
                  <a:lnTo>
                    <a:pt x="242620" y="230530"/>
                  </a:lnTo>
                  <a:lnTo>
                    <a:pt x="235458" y="226136"/>
                  </a:lnTo>
                  <a:lnTo>
                    <a:pt x="231317" y="220954"/>
                  </a:lnTo>
                  <a:lnTo>
                    <a:pt x="229971" y="214464"/>
                  </a:lnTo>
                  <a:lnTo>
                    <a:pt x="231203" y="208737"/>
                  </a:lnTo>
                  <a:lnTo>
                    <a:pt x="235115" y="203593"/>
                  </a:lnTo>
                  <a:lnTo>
                    <a:pt x="242023" y="199885"/>
                  </a:lnTo>
                  <a:lnTo>
                    <a:pt x="252272" y="198462"/>
                  </a:lnTo>
                  <a:lnTo>
                    <a:pt x="262724" y="198462"/>
                  </a:lnTo>
                  <a:lnTo>
                    <a:pt x="270395" y="201244"/>
                  </a:lnTo>
                  <a:lnTo>
                    <a:pt x="274574" y="203327"/>
                  </a:lnTo>
                  <a:lnTo>
                    <a:pt x="276402" y="198462"/>
                  </a:lnTo>
                  <a:lnTo>
                    <a:pt x="252272" y="186613"/>
                  </a:lnTo>
                  <a:lnTo>
                    <a:pt x="236982" y="188836"/>
                  </a:lnTo>
                  <a:lnTo>
                    <a:pt x="225094" y="194970"/>
                  </a:lnTo>
                  <a:lnTo>
                    <a:pt x="217385" y="204241"/>
                  </a:lnTo>
                  <a:lnTo>
                    <a:pt x="214642" y="215861"/>
                  </a:lnTo>
                  <a:lnTo>
                    <a:pt x="216789" y="225831"/>
                  </a:lnTo>
                  <a:lnTo>
                    <a:pt x="222923" y="233959"/>
                  </a:lnTo>
                  <a:lnTo>
                    <a:pt x="232575" y="240538"/>
                  </a:lnTo>
                  <a:lnTo>
                    <a:pt x="255549" y="250063"/>
                  </a:lnTo>
                  <a:lnTo>
                    <a:pt x="262470" y="254774"/>
                  </a:lnTo>
                  <a:lnTo>
                    <a:pt x="266369" y="260388"/>
                  </a:lnTo>
                  <a:lnTo>
                    <a:pt x="267601" y="267385"/>
                  </a:lnTo>
                  <a:lnTo>
                    <a:pt x="265950" y="274624"/>
                  </a:lnTo>
                  <a:lnTo>
                    <a:pt x="261162" y="280352"/>
                  </a:lnTo>
                  <a:lnTo>
                    <a:pt x="253492" y="284124"/>
                  </a:lnTo>
                  <a:lnTo>
                    <a:pt x="243217" y="285496"/>
                  </a:lnTo>
                  <a:lnTo>
                    <a:pt x="235534" y="284886"/>
                  </a:lnTo>
                  <a:lnTo>
                    <a:pt x="228320" y="283311"/>
                  </a:lnTo>
                  <a:lnTo>
                    <a:pt x="221754" y="281089"/>
                  </a:lnTo>
                  <a:lnTo>
                    <a:pt x="216039" y="278523"/>
                  </a:lnTo>
                  <a:lnTo>
                    <a:pt x="212559" y="289674"/>
                  </a:lnTo>
                  <a:lnTo>
                    <a:pt x="218198" y="292531"/>
                  </a:lnTo>
                  <a:lnTo>
                    <a:pt x="225361" y="294728"/>
                  </a:lnTo>
                  <a:lnTo>
                    <a:pt x="233426" y="296138"/>
                  </a:lnTo>
                  <a:lnTo>
                    <a:pt x="241820" y="296633"/>
                  </a:lnTo>
                  <a:lnTo>
                    <a:pt x="260007" y="294195"/>
                  </a:lnTo>
                  <a:lnTo>
                    <a:pt x="272834" y="287578"/>
                  </a:lnTo>
                  <a:lnTo>
                    <a:pt x="274459" y="285496"/>
                  </a:lnTo>
                  <a:lnTo>
                    <a:pt x="280441" y="277837"/>
                  </a:lnTo>
                  <a:lnTo>
                    <a:pt x="282943" y="266001"/>
                  </a:lnTo>
                  <a:close/>
                </a:path>
                <a:path w="1530984" h="297180" extrusionOk="0">
                  <a:moveTo>
                    <a:pt x="372135" y="2082"/>
                  </a:moveTo>
                  <a:lnTo>
                    <a:pt x="358203" y="2082"/>
                  </a:lnTo>
                  <a:lnTo>
                    <a:pt x="358292" y="62674"/>
                  </a:lnTo>
                  <a:lnTo>
                    <a:pt x="358381" y="69024"/>
                  </a:lnTo>
                  <a:lnTo>
                    <a:pt x="358787" y="79451"/>
                  </a:lnTo>
                  <a:lnTo>
                    <a:pt x="359600" y="89827"/>
                  </a:lnTo>
                  <a:lnTo>
                    <a:pt x="359600" y="90525"/>
                  </a:lnTo>
                  <a:lnTo>
                    <a:pt x="338683" y="55702"/>
                  </a:lnTo>
                  <a:lnTo>
                    <a:pt x="312788" y="18808"/>
                  </a:lnTo>
                  <a:lnTo>
                    <a:pt x="301053" y="2082"/>
                  </a:lnTo>
                  <a:lnTo>
                    <a:pt x="284340" y="2082"/>
                  </a:lnTo>
                  <a:lnTo>
                    <a:pt x="284340" y="108635"/>
                  </a:lnTo>
                  <a:lnTo>
                    <a:pt x="298970" y="108635"/>
                  </a:lnTo>
                  <a:lnTo>
                    <a:pt x="298843" y="50330"/>
                  </a:lnTo>
                  <a:lnTo>
                    <a:pt x="298526" y="39166"/>
                  </a:lnTo>
                  <a:lnTo>
                    <a:pt x="298018" y="27381"/>
                  </a:lnTo>
                  <a:lnTo>
                    <a:pt x="297573" y="18808"/>
                  </a:lnTo>
                  <a:lnTo>
                    <a:pt x="298272" y="18808"/>
                  </a:lnTo>
                  <a:lnTo>
                    <a:pt x="302818" y="27381"/>
                  </a:lnTo>
                  <a:lnTo>
                    <a:pt x="308025" y="36296"/>
                  </a:lnTo>
                  <a:lnTo>
                    <a:pt x="313753" y="45339"/>
                  </a:lnTo>
                  <a:lnTo>
                    <a:pt x="356806" y="108635"/>
                  </a:lnTo>
                  <a:lnTo>
                    <a:pt x="372135" y="108635"/>
                  </a:lnTo>
                  <a:lnTo>
                    <a:pt x="372135" y="90525"/>
                  </a:lnTo>
                  <a:lnTo>
                    <a:pt x="372135" y="2082"/>
                  </a:lnTo>
                  <a:close/>
                </a:path>
                <a:path w="1530984" h="297180" extrusionOk="0">
                  <a:moveTo>
                    <a:pt x="385381" y="188696"/>
                  </a:moveTo>
                  <a:lnTo>
                    <a:pt x="298272" y="188696"/>
                  </a:lnTo>
                  <a:lnTo>
                    <a:pt x="298272" y="200545"/>
                  </a:lnTo>
                  <a:lnTo>
                    <a:pt x="333806" y="200545"/>
                  </a:lnTo>
                  <a:lnTo>
                    <a:pt x="333806" y="295249"/>
                  </a:lnTo>
                  <a:lnTo>
                    <a:pt x="349135" y="295249"/>
                  </a:lnTo>
                  <a:lnTo>
                    <a:pt x="349135" y="200545"/>
                  </a:lnTo>
                  <a:lnTo>
                    <a:pt x="385381" y="200545"/>
                  </a:lnTo>
                  <a:lnTo>
                    <a:pt x="385381" y="188696"/>
                  </a:lnTo>
                  <a:close/>
                </a:path>
                <a:path w="1530984" h="297180" extrusionOk="0">
                  <a:moveTo>
                    <a:pt x="428586" y="2082"/>
                  </a:moveTo>
                  <a:lnTo>
                    <a:pt x="413258" y="2082"/>
                  </a:lnTo>
                  <a:lnTo>
                    <a:pt x="413258" y="108635"/>
                  </a:lnTo>
                  <a:lnTo>
                    <a:pt x="428586" y="108635"/>
                  </a:lnTo>
                  <a:lnTo>
                    <a:pt x="428586" y="2082"/>
                  </a:lnTo>
                  <a:close/>
                </a:path>
                <a:path w="1530984" h="297180" extrusionOk="0">
                  <a:moveTo>
                    <a:pt x="475284" y="283400"/>
                  </a:moveTo>
                  <a:lnTo>
                    <a:pt x="424408" y="283400"/>
                  </a:lnTo>
                  <a:lnTo>
                    <a:pt x="424408" y="245110"/>
                  </a:lnTo>
                  <a:lnTo>
                    <a:pt x="470408" y="245110"/>
                  </a:lnTo>
                  <a:lnTo>
                    <a:pt x="470408" y="233959"/>
                  </a:lnTo>
                  <a:lnTo>
                    <a:pt x="424408" y="233959"/>
                  </a:lnTo>
                  <a:lnTo>
                    <a:pt x="424408" y="199847"/>
                  </a:lnTo>
                  <a:lnTo>
                    <a:pt x="472490" y="199847"/>
                  </a:lnTo>
                  <a:lnTo>
                    <a:pt x="472490" y="188696"/>
                  </a:lnTo>
                  <a:lnTo>
                    <a:pt x="409765" y="188696"/>
                  </a:lnTo>
                  <a:lnTo>
                    <a:pt x="409765" y="295249"/>
                  </a:lnTo>
                  <a:lnTo>
                    <a:pt x="475284" y="295249"/>
                  </a:lnTo>
                  <a:lnTo>
                    <a:pt x="475284" y="283400"/>
                  </a:lnTo>
                  <a:close/>
                </a:path>
                <a:path w="1530984" h="297180" extrusionOk="0">
                  <a:moveTo>
                    <a:pt x="554024" y="2082"/>
                  </a:moveTo>
                  <a:lnTo>
                    <a:pt x="537997" y="2082"/>
                  </a:lnTo>
                  <a:lnTo>
                    <a:pt x="518490" y="54305"/>
                  </a:lnTo>
                  <a:lnTo>
                    <a:pt x="514451" y="64630"/>
                  </a:lnTo>
                  <a:lnTo>
                    <a:pt x="510743" y="74942"/>
                  </a:lnTo>
                  <a:lnTo>
                    <a:pt x="507682" y="84569"/>
                  </a:lnTo>
                  <a:lnTo>
                    <a:pt x="505244" y="94005"/>
                  </a:lnTo>
                  <a:lnTo>
                    <a:pt x="504545" y="94005"/>
                  </a:lnTo>
                  <a:lnTo>
                    <a:pt x="502069" y="84467"/>
                  </a:lnTo>
                  <a:lnTo>
                    <a:pt x="498970" y="74676"/>
                  </a:lnTo>
                  <a:lnTo>
                    <a:pt x="491998" y="54305"/>
                  </a:lnTo>
                  <a:lnTo>
                    <a:pt x="473887" y="2082"/>
                  </a:lnTo>
                  <a:lnTo>
                    <a:pt x="457161" y="2082"/>
                  </a:lnTo>
                  <a:lnTo>
                    <a:pt x="495490" y="108635"/>
                  </a:lnTo>
                  <a:lnTo>
                    <a:pt x="512216" y="108635"/>
                  </a:lnTo>
                  <a:lnTo>
                    <a:pt x="517956" y="94005"/>
                  </a:lnTo>
                  <a:lnTo>
                    <a:pt x="554024" y="2082"/>
                  </a:lnTo>
                  <a:close/>
                </a:path>
                <a:path w="1530984" h="297180" extrusionOk="0">
                  <a:moveTo>
                    <a:pt x="589572" y="295249"/>
                  </a:moveTo>
                  <a:lnTo>
                    <a:pt x="587857" y="290969"/>
                  </a:lnTo>
                  <a:lnTo>
                    <a:pt x="585825" y="284530"/>
                  </a:lnTo>
                  <a:lnTo>
                    <a:pt x="583399" y="276148"/>
                  </a:lnTo>
                  <a:lnTo>
                    <a:pt x="580504" y="266001"/>
                  </a:lnTo>
                  <a:lnTo>
                    <a:pt x="577888" y="258318"/>
                  </a:lnTo>
                  <a:lnTo>
                    <a:pt x="574154" y="252069"/>
                  </a:lnTo>
                  <a:lnTo>
                    <a:pt x="570496" y="248589"/>
                  </a:lnTo>
                  <a:lnTo>
                    <a:pt x="569239" y="247396"/>
                  </a:lnTo>
                  <a:lnTo>
                    <a:pt x="563079" y="244411"/>
                  </a:lnTo>
                  <a:lnTo>
                    <a:pt x="563079" y="243713"/>
                  </a:lnTo>
                  <a:lnTo>
                    <a:pt x="571868" y="239953"/>
                  </a:lnTo>
                  <a:lnTo>
                    <a:pt x="574040" y="238137"/>
                  </a:lnTo>
                  <a:lnTo>
                    <a:pt x="578942" y="234048"/>
                  </a:lnTo>
                  <a:lnTo>
                    <a:pt x="583666" y="226187"/>
                  </a:lnTo>
                  <a:lnTo>
                    <a:pt x="585393" y="216560"/>
                  </a:lnTo>
                  <a:lnTo>
                    <a:pt x="585393" y="208203"/>
                  </a:lnTo>
                  <a:lnTo>
                    <a:pt x="581901" y="201244"/>
                  </a:lnTo>
                  <a:lnTo>
                    <a:pt x="578713" y="198462"/>
                  </a:lnTo>
                  <a:lnTo>
                    <a:pt x="576326" y="196367"/>
                  </a:lnTo>
                  <a:lnTo>
                    <a:pt x="570064" y="192455"/>
                  </a:lnTo>
                  <a:lnTo>
                    <a:pt x="570064" y="217944"/>
                  </a:lnTo>
                  <a:lnTo>
                    <a:pt x="568274" y="226390"/>
                  </a:lnTo>
                  <a:lnTo>
                    <a:pt x="563092" y="232740"/>
                  </a:lnTo>
                  <a:lnTo>
                    <a:pt x="554774" y="236753"/>
                  </a:lnTo>
                  <a:lnTo>
                    <a:pt x="543572" y="238137"/>
                  </a:lnTo>
                  <a:lnTo>
                    <a:pt x="528243" y="238137"/>
                  </a:lnTo>
                  <a:lnTo>
                    <a:pt x="528243" y="199847"/>
                  </a:lnTo>
                  <a:lnTo>
                    <a:pt x="531025" y="199148"/>
                  </a:lnTo>
                  <a:lnTo>
                    <a:pt x="535914" y="198462"/>
                  </a:lnTo>
                  <a:lnTo>
                    <a:pt x="543572" y="198462"/>
                  </a:lnTo>
                  <a:lnTo>
                    <a:pt x="554469" y="199644"/>
                  </a:lnTo>
                  <a:lnTo>
                    <a:pt x="562825" y="203238"/>
                  </a:lnTo>
                  <a:lnTo>
                    <a:pt x="568172" y="209321"/>
                  </a:lnTo>
                  <a:lnTo>
                    <a:pt x="570064" y="217944"/>
                  </a:lnTo>
                  <a:lnTo>
                    <a:pt x="570064" y="192455"/>
                  </a:lnTo>
                  <a:lnTo>
                    <a:pt x="562394" y="189839"/>
                  </a:lnTo>
                  <a:lnTo>
                    <a:pt x="553199" y="188429"/>
                  </a:lnTo>
                  <a:lnTo>
                    <a:pt x="542188" y="188010"/>
                  </a:lnTo>
                  <a:lnTo>
                    <a:pt x="534390" y="188137"/>
                  </a:lnTo>
                  <a:lnTo>
                    <a:pt x="526846" y="188531"/>
                  </a:lnTo>
                  <a:lnTo>
                    <a:pt x="519836" y="189179"/>
                  </a:lnTo>
                  <a:lnTo>
                    <a:pt x="513613" y="190093"/>
                  </a:lnTo>
                  <a:lnTo>
                    <a:pt x="513613" y="295249"/>
                  </a:lnTo>
                  <a:lnTo>
                    <a:pt x="528243" y="295249"/>
                  </a:lnTo>
                  <a:lnTo>
                    <a:pt x="528243" y="248589"/>
                  </a:lnTo>
                  <a:lnTo>
                    <a:pt x="542874" y="248589"/>
                  </a:lnTo>
                  <a:lnTo>
                    <a:pt x="568363" y="278599"/>
                  </a:lnTo>
                  <a:lnTo>
                    <a:pt x="570585" y="286016"/>
                  </a:lnTo>
                  <a:lnTo>
                    <a:pt x="572541" y="291604"/>
                  </a:lnTo>
                  <a:lnTo>
                    <a:pt x="574243" y="295249"/>
                  </a:lnTo>
                  <a:lnTo>
                    <a:pt x="589572" y="295249"/>
                  </a:lnTo>
                  <a:close/>
                </a:path>
                <a:path w="1530984" h="297180" extrusionOk="0">
                  <a:moveTo>
                    <a:pt x="647446" y="96786"/>
                  </a:moveTo>
                  <a:lnTo>
                    <a:pt x="597230" y="96786"/>
                  </a:lnTo>
                  <a:lnTo>
                    <a:pt x="597230" y="58483"/>
                  </a:lnTo>
                  <a:lnTo>
                    <a:pt x="642518" y="58483"/>
                  </a:lnTo>
                  <a:lnTo>
                    <a:pt x="642518" y="46647"/>
                  </a:lnTo>
                  <a:lnTo>
                    <a:pt x="597230" y="46647"/>
                  </a:lnTo>
                  <a:lnTo>
                    <a:pt x="597230" y="13220"/>
                  </a:lnTo>
                  <a:lnTo>
                    <a:pt x="645299" y="13220"/>
                  </a:lnTo>
                  <a:lnTo>
                    <a:pt x="645299" y="2082"/>
                  </a:lnTo>
                  <a:lnTo>
                    <a:pt x="581901" y="2082"/>
                  </a:lnTo>
                  <a:lnTo>
                    <a:pt x="581901" y="108635"/>
                  </a:lnTo>
                  <a:lnTo>
                    <a:pt x="647446" y="108635"/>
                  </a:lnTo>
                  <a:lnTo>
                    <a:pt x="647446" y="96786"/>
                  </a:lnTo>
                  <a:close/>
                </a:path>
                <a:path w="1530984" h="297180" extrusionOk="0">
                  <a:moveTo>
                    <a:pt x="712927" y="188696"/>
                  </a:moveTo>
                  <a:lnTo>
                    <a:pt x="698995" y="188696"/>
                  </a:lnTo>
                  <a:lnTo>
                    <a:pt x="699084" y="249288"/>
                  </a:lnTo>
                  <a:lnTo>
                    <a:pt x="699173" y="255993"/>
                  </a:lnTo>
                  <a:lnTo>
                    <a:pt x="699579" y="266458"/>
                  </a:lnTo>
                  <a:lnTo>
                    <a:pt x="700392" y="277139"/>
                  </a:lnTo>
                  <a:lnTo>
                    <a:pt x="695947" y="268757"/>
                  </a:lnTo>
                  <a:lnTo>
                    <a:pt x="690981" y="260248"/>
                  </a:lnTo>
                  <a:lnTo>
                    <a:pt x="685495" y="251485"/>
                  </a:lnTo>
                  <a:lnTo>
                    <a:pt x="679488" y="242328"/>
                  </a:lnTo>
                  <a:lnTo>
                    <a:pt x="653592" y="205422"/>
                  </a:lnTo>
                  <a:lnTo>
                    <a:pt x="641870" y="188696"/>
                  </a:lnTo>
                  <a:lnTo>
                    <a:pt x="625144" y="188696"/>
                  </a:lnTo>
                  <a:lnTo>
                    <a:pt x="625144" y="295249"/>
                  </a:lnTo>
                  <a:lnTo>
                    <a:pt x="639737" y="295249"/>
                  </a:lnTo>
                  <a:lnTo>
                    <a:pt x="639622" y="237045"/>
                  </a:lnTo>
                  <a:lnTo>
                    <a:pt x="639318" y="226047"/>
                  </a:lnTo>
                  <a:lnTo>
                    <a:pt x="638797" y="214299"/>
                  </a:lnTo>
                  <a:lnTo>
                    <a:pt x="638340" y="205422"/>
                  </a:lnTo>
                  <a:lnTo>
                    <a:pt x="639076" y="205422"/>
                  </a:lnTo>
                  <a:lnTo>
                    <a:pt x="643623" y="214299"/>
                  </a:lnTo>
                  <a:lnTo>
                    <a:pt x="648817" y="223177"/>
                  </a:lnTo>
                  <a:lnTo>
                    <a:pt x="654519" y="232054"/>
                  </a:lnTo>
                  <a:lnTo>
                    <a:pt x="660628" y="240931"/>
                  </a:lnTo>
                  <a:lnTo>
                    <a:pt x="697598" y="295249"/>
                  </a:lnTo>
                  <a:lnTo>
                    <a:pt x="712927" y="295249"/>
                  </a:lnTo>
                  <a:lnTo>
                    <a:pt x="712927" y="277139"/>
                  </a:lnTo>
                  <a:lnTo>
                    <a:pt x="712927" y="188696"/>
                  </a:lnTo>
                  <a:close/>
                </a:path>
                <a:path w="1530984" h="297180" extrusionOk="0">
                  <a:moveTo>
                    <a:pt x="758177" y="108635"/>
                  </a:moveTo>
                  <a:lnTo>
                    <a:pt x="756488" y="104355"/>
                  </a:lnTo>
                  <a:lnTo>
                    <a:pt x="754468" y="97917"/>
                  </a:lnTo>
                  <a:lnTo>
                    <a:pt x="752043" y="89535"/>
                  </a:lnTo>
                  <a:lnTo>
                    <a:pt x="749160" y="79375"/>
                  </a:lnTo>
                  <a:lnTo>
                    <a:pt x="746645" y="71704"/>
                  </a:lnTo>
                  <a:lnTo>
                    <a:pt x="743140" y="65455"/>
                  </a:lnTo>
                  <a:lnTo>
                    <a:pt x="739660" y="61976"/>
                  </a:lnTo>
                  <a:lnTo>
                    <a:pt x="738466" y="60769"/>
                  </a:lnTo>
                  <a:lnTo>
                    <a:pt x="732434" y="57785"/>
                  </a:lnTo>
                  <a:lnTo>
                    <a:pt x="732434" y="57099"/>
                  </a:lnTo>
                  <a:lnTo>
                    <a:pt x="740778" y="53340"/>
                  </a:lnTo>
                  <a:lnTo>
                    <a:pt x="742886" y="51523"/>
                  </a:lnTo>
                  <a:lnTo>
                    <a:pt x="747636" y="47434"/>
                  </a:lnTo>
                  <a:lnTo>
                    <a:pt x="752284" y="39573"/>
                  </a:lnTo>
                  <a:lnTo>
                    <a:pt x="753986" y="29946"/>
                  </a:lnTo>
                  <a:lnTo>
                    <a:pt x="753986" y="21590"/>
                  </a:lnTo>
                  <a:lnTo>
                    <a:pt x="751205" y="14617"/>
                  </a:lnTo>
                  <a:lnTo>
                    <a:pt x="747649" y="11836"/>
                  </a:lnTo>
                  <a:lnTo>
                    <a:pt x="744982" y="9740"/>
                  </a:lnTo>
                  <a:lnTo>
                    <a:pt x="739406" y="5930"/>
                  </a:lnTo>
                  <a:lnTo>
                    <a:pt x="739406" y="31330"/>
                  </a:lnTo>
                  <a:lnTo>
                    <a:pt x="737514" y="39776"/>
                  </a:lnTo>
                  <a:lnTo>
                    <a:pt x="732155" y="46126"/>
                  </a:lnTo>
                  <a:lnTo>
                    <a:pt x="723811" y="50126"/>
                  </a:lnTo>
                  <a:lnTo>
                    <a:pt x="712927" y="51523"/>
                  </a:lnTo>
                  <a:lnTo>
                    <a:pt x="697598" y="51523"/>
                  </a:lnTo>
                  <a:lnTo>
                    <a:pt x="697598" y="13220"/>
                  </a:lnTo>
                  <a:lnTo>
                    <a:pt x="699643" y="12522"/>
                  </a:lnTo>
                  <a:lnTo>
                    <a:pt x="705218" y="11836"/>
                  </a:lnTo>
                  <a:lnTo>
                    <a:pt x="712190" y="11836"/>
                  </a:lnTo>
                  <a:lnTo>
                    <a:pt x="723226" y="13017"/>
                  </a:lnTo>
                  <a:lnTo>
                    <a:pt x="731824" y="16624"/>
                  </a:lnTo>
                  <a:lnTo>
                    <a:pt x="737412" y="22707"/>
                  </a:lnTo>
                  <a:lnTo>
                    <a:pt x="739406" y="31330"/>
                  </a:lnTo>
                  <a:lnTo>
                    <a:pt x="739406" y="5930"/>
                  </a:lnTo>
                  <a:lnTo>
                    <a:pt x="739063" y="5689"/>
                  </a:lnTo>
                  <a:lnTo>
                    <a:pt x="731634" y="2870"/>
                  </a:lnTo>
                  <a:lnTo>
                    <a:pt x="722528" y="1231"/>
                  </a:lnTo>
                  <a:lnTo>
                    <a:pt x="711542" y="698"/>
                  </a:lnTo>
                  <a:lnTo>
                    <a:pt x="703605" y="927"/>
                  </a:lnTo>
                  <a:lnTo>
                    <a:pt x="695833" y="1562"/>
                  </a:lnTo>
                  <a:lnTo>
                    <a:pt x="688581" y="2451"/>
                  </a:lnTo>
                  <a:lnTo>
                    <a:pt x="682282" y="3479"/>
                  </a:lnTo>
                  <a:lnTo>
                    <a:pt x="682282" y="108635"/>
                  </a:lnTo>
                  <a:lnTo>
                    <a:pt x="697598" y="108635"/>
                  </a:lnTo>
                  <a:lnTo>
                    <a:pt x="697598" y="61976"/>
                  </a:lnTo>
                  <a:lnTo>
                    <a:pt x="711542" y="61976"/>
                  </a:lnTo>
                  <a:lnTo>
                    <a:pt x="737311" y="91973"/>
                  </a:lnTo>
                  <a:lnTo>
                    <a:pt x="739317" y="99402"/>
                  </a:lnTo>
                  <a:lnTo>
                    <a:pt x="741184" y="104990"/>
                  </a:lnTo>
                  <a:lnTo>
                    <a:pt x="742848" y="108635"/>
                  </a:lnTo>
                  <a:lnTo>
                    <a:pt x="758177" y="108635"/>
                  </a:lnTo>
                  <a:close/>
                </a:path>
                <a:path w="1530984" h="297180" extrusionOk="0">
                  <a:moveTo>
                    <a:pt x="855802" y="79375"/>
                  </a:moveTo>
                  <a:lnTo>
                    <a:pt x="825804" y="48044"/>
                  </a:lnTo>
                  <a:lnTo>
                    <a:pt x="815352" y="43903"/>
                  </a:lnTo>
                  <a:lnTo>
                    <a:pt x="807961" y="39433"/>
                  </a:lnTo>
                  <a:lnTo>
                    <a:pt x="803567" y="34048"/>
                  </a:lnTo>
                  <a:lnTo>
                    <a:pt x="802106" y="27152"/>
                  </a:lnTo>
                  <a:lnTo>
                    <a:pt x="803351" y="21717"/>
                  </a:lnTo>
                  <a:lnTo>
                    <a:pt x="807262" y="16535"/>
                  </a:lnTo>
                  <a:lnTo>
                    <a:pt x="814184" y="12661"/>
                  </a:lnTo>
                  <a:lnTo>
                    <a:pt x="824407" y="11137"/>
                  </a:lnTo>
                  <a:lnTo>
                    <a:pt x="834898" y="11137"/>
                  </a:lnTo>
                  <a:lnTo>
                    <a:pt x="842518" y="14617"/>
                  </a:lnTo>
                  <a:lnTo>
                    <a:pt x="846696" y="16700"/>
                  </a:lnTo>
                  <a:lnTo>
                    <a:pt x="848791" y="11137"/>
                  </a:lnTo>
                  <a:lnTo>
                    <a:pt x="825144" y="0"/>
                  </a:lnTo>
                  <a:lnTo>
                    <a:pt x="809434" y="2209"/>
                  </a:lnTo>
                  <a:lnTo>
                    <a:pt x="797331" y="8356"/>
                  </a:lnTo>
                  <a:lnTo>
                    <a:pt x="789533" y="17627"/>
                  </a:lnTo>
                  <a:lnTo>
                    <a:pt x="786777" y="29248"/>
                  </a:lnTo>
                  <a:lnTo>
                    <a:pt x="788949" y="39204"/>
                  </a:lnTo>
                  <a:lnTo>
                    <a:pt x="795172" y="47345"/>
                  </a:lnTo>
                  <a:lnTo>
                    <a:pt x="805040" y="53911"/>
                  </a:lnTo>
                  <a:lnTo>
                    <a:pt x="818184" y="59182"/>
                  </a:lnTo>
                  <a:lnTo>
                    <a:pt x="828014" y="63423"/>
                  </a:lnTo>
                  <a:lnTo>
                    <a:pt x="834707" y="68072"/>
                  </a:lnTo>
                  <a:lnTo>
                    <a:pt x="838517" y="73482"/>
                  </a:lnTo>
                  <a:lnTo>
                    <a:pt x="839736" y="80073"/>
                  </a:lnTo>
                  <a:lnTo>
                    <a:pt x="838085" y="87604"/>
                  </a:lnTo>
                  <a:lnTo>
                    <a:pt x="833310" y="93306"/>
                  </a:lnTo>
                  <a:lnTo>
                    <a:pt x="825665" y="96913"/>
                  </a:lnTo>
                  <a:lnTo>
                    <a:pt x="815390" y="98183"/>
                  </a:lnTo>
                  <a:lnTo>
                    <a:pt x="807694" y="97675"/>
                  </a:lnTo>
                  <a:lnTo>
                    <a:pt x="800455" y="96266"/>
                  </a:lnTo>
                  <a:lnTo>
                    <a:pt x="793889" y="94068"/>
                  </a:lnTo>
                  <a:lnTo>
                    <a:pt x="788174" y="91211"/>
                  </a:lnTo>
                  <a:lnTo>
                    <a:pt x="784745" y="103047"/>
                  </a:lnTo>
                  <a:lnTo>
                    <a:pt x="790473" y="105613"/>
                  </a:lnTo>
                  <a:lnTo>
                    <a:pt x="797852" y="107848"/>
                  </a:lnTo>
                  <a:lnTo>
                    <a:pt x="806145" y="109423"/>
                  </a:lnTo>
                  <a:lnTo>
                    <a:pt x="814654" y="110020"/>
                  </a:lnTo>
                  <a:lnTo>
                    <a:pt x="832561" y="107480"/>
                  </a:lnTo>
                  <a:lnTo>
                    <a:pt x="845439" y="100711"/>
                  </a:lnTo>
                  <a:lnTo>
                    <a:pt x="847445" y="98183"/>
                  </a:lnTo>
                  <a:lnTo>
                    <a:pt x="853198" y="90919"/>
                  </a:lnTo>
                  <a:lnTo>
                    <a:pt x="855802" y="79375"/>
                  </a:lnTo>
                  <a:close/>
                </a:path>
                <a:path w="1530984" h="297180" extrusionOk="0">
                  <a:moveTo>
                    <a:pt x="861377" y="188696"/>
                  </a:moveTo>
                  <a:lnTo>
                    <a:pt x="797928" y="188696"/>
                  </a:lnTo>
                  <a:lnTo>
                    <a:pt x="797928" y="295249"/>
                  </a:lnTo>
                  <a:lnTo>
                    <a:pt x="813257" y="295249"/>
                  </a:lnTo>
                  <a:lnTo>
                    <a:pt x="813257" y="246507"/>
                  </a:lnTo>
                  <a:lnTo>
                    <a:pt x="857846" y="246507"/>
                  </a:lnTo>
                  <a:lnTo>
                    <a:pt x="857846" y="235356"/>
                  </a:lnTo>
                  <a:lnTo>
                    <a:pt x="813257" y="235356"/>
                  </a:lnTo>
                  <a:lnTo>
                    <a:pt x="813257" y="199847"/>
                  </a:lnTo>
                  <a:lnTo>
                    <a:pt x="861377" y="199847"/>
                  </a:lnTo>
                  <a:lnTo>
                    <a:pt x="861377" y="188696"/>
                  </a:lnTo>
                  <a:close/>
                </a:path>
                <a:path w="1530984" h="297180" extrusionOk="0">
                  <a:moveTo>
                    <a:pt x="906614" y="2082"/>
                  </a:moveTo>
                  <a:lnTo>
                    <a:pt x="891286" y="2082"/>
                  </a:lnTo>
                  <a:lnTo>
                    <a:pt x="891286" y="108635"/>
                  </a:lnTo>
                  <a:lnTo>
                    <a:pt x="906614" y="108635"/>
                  </a:lnTo>
                  <a:lnTo>
                    <a:pt x="906614" y="2082"/>
                  </a:lnTo>
                  <a:close/>
                </a:path>
                <a:path w="1530984" h="297180" extrusionOk="0">
                  <a:moveTo>
                    <a:pt x="912939" y="188696"/>
                  </a:moveTo>
                  <a:lnTo>
                    <a:pt x="897610" y="188696"/>
                  </a:lnTo>
                  <a:lnTo>
                    <a:pt x="897610" y="295249"/>
                  </a:lnTo>
                  <a:lnTo>
                    <a:pt x="912939" y="295249"/>
                  </a:lnTo>
                  <a:lnTo>
                    <a:pt x="912939" y="188696"/>
                  </a:lnTo>
                  <a:close/>
                </a:path>
                <a:path w="1530984" h="297180" extrusionOk="0">
                  <a:moveTo>
                    <a:pt x="1019581" y="2082"/>
                  </a:moveTo>
                  <a:lnTo>
                    <a:pt x="933094" y="2082"/>
                  </a:lnTo>
                  <a:lnTo>
                    <a:pt x="933094" y="13220"/>
                  </a:lnTo>
                  <a:lnTo>
                    <a:pt x="968667" y="13220"/>
                  </a:lnTo>
                  <a:lnTo>
                    <a:pt x="968667" y="108635"/>
                  </a:lnTo>
                  <a:lnTo>
                    <a:pt x="983996" y="108635"/>
                  </a:lnTo>
                  <a:lnTo>
                    <a:pt x="983996" y="13220"/>
                  </a:lnTo>
                  <a:lnTo>
                    <a:pt x="1019581" y="13220"/>
                  </a:lnTo>
                  <a:lnTo>
                    <a:pt x="1019581" y="2082"/>
                  </a:lnTo>
                  <a:close/>
                </a:path>
                <a:path w="1530984" h="297180" extrusionOk="0">
                  <a:moveTo>
                    <a:pt x="1045311" y="188696"/>
                  </a:moveTo>
                  <a:lnTo>
                    <a:pt x="1031379" y="188696"/>
                  </a:lnTo>
                  <a:lnTo>
                    <a:pt x="1031481" y="251485"/>
                  </a:lnTo>
                  <a:lnTo>
                    <a:pt x="1031544" y="255993"/>
                  </a:lnTo>
                  <a:lnTo>
                    <a:pt x="1031963" y="266458"/>
                  </a:lnTo>
                  <a:lnTo>
                    <a:pt x="1032764" y="277139"/>
                  </a:lnTo>
                  <a:lnTo>
                    <a:pt x="1028331" y="268757"/>
                  </a:lnTo>
                  <a:lnTo>
                    <a:pt x="1023366" y="260248"/>
                  </a:lnTo>
                  <a:lnTo>
                    <a:pt x="1017879" y="251485"/>
                  </a:lnTo>
                  <a:lnTo>
                    <a:pt x="1011872" y="242328"/>
                  </a:lnTo>
                  <a:lnTo>
                    <a:pt x="985977" y="205422"/>
                  </a:lnTo>
                  <a:lnTo>
                    <a:pt x="974242" y="188696"/>
                  </a:lnTo>
                  <a:lnTo>
                    <a:pt x="957529" y="188696"/>
                  </a:lnTo>
                  <a:lnTo>
                    <a:pt x="957529" y="295249"/>
                  </a:lnTo>
                  <a:lnTo>
                    <a:pt x="971461" y="295249"/>
                  </a:lnTo>
                  <a:lnTo>
                    <a:pt x="971372" y="226047"/>
                  </a:lnTo>
                  <a:lnTo>
                    <a:pt x="971181" y="215696"/>
                  </a:lnTo>
                  <a:lnTo>
                    <a:pt x="970813" y="205422"/>
                  </a:lnTo>
                  <a:lnTo>
                    <a:pt x="975741" y="214299"/>
                  </a:lnTo>
                  <a:lnTo>
                    <a:pt x="981151" y="223177"/>
                  </a:lnTo>
                  <a:lnTo>
                    <a:pt x="986967" y="232054"/>
                  </a:lnTo>
                  <a:lnTo>
                    <a:pt x="993101" y="240931"/>
                  </a:lnTo>
                  <a:lnTo>
                    <a:pt x="1029982" y="295249"/>
                  </a:lnTo>
                  <a:lnTo>
                    <a:pt x="1045311" y="295249"/>
                  </a:lnTo>
                  <a:lnTo>
                    <a:pt x="1045311" y="277139"/>
                  </a:lnTo>
                  <a:lnTo>
                    <a:pt x="1045311" y="188696"/>
                  </a:lnTo>
                  <a:close/>
                </a:path>
                <a:path w="1530984" h="297180" extrusionOk="0">
                  <a:moveTo>
                    <a:pt x="1126223" y="2082"/>
                  </a:moveTo>
                  <a:lnTo>
                    <a:pt x="1108760" y="2082"/>
                  </a:lnTo>
                  <a:lnTo>
                    <a:pt x="1092034" y="31330"/>
                  </a:lnTo>
                  <a:lnTo>
                    <a:pt x="1087107" y="38989"/>
                  </a:lnTo>
                  <a:lnTo>
                    <a:pt x="1083678" y="45948"/>
                  </a:lnTo>
                  <a:lnTo>
                    <a:pt x="1080147" y="52920"/>
                  </a:lnTo>
                  <a:lnTo>
                    <a:pt x="1079500" y="52920"/>
                  </a:lnTo>
                  <a:lnTo>
                    <a:pt x="1075969" y="45948"/>
                  </a:lnTo>
                  <a:lnTo>
                    <a:pt x="1072527" y="38989"/>
                  </a:lnTo>
                  <a:lnTo>
                    <a:pt x="1068349" y="31330"/>
                  </a:lnTo>
                  <a:lnTo>
                    <a:pt x="1051623" y="2082"/>
                  </a:lnTo>
                  <a:lnTo>
                    <a:pt x="1034161" y="2082"/>
                  </a:lnTo>
                  <a:lnTo>
                    <a:pt x="1071130" y="63373"/>
                  </a:lnTo>
                  <a:lnTo>
                    <a:pt x="1071130" y="108635"/>
                  </a:lnTo>
                  <a:lnTo>
                    <a:pt x="1086459" y="108635"/>
                  </a:lnTo>
                  <a:lnTo>
                    <a:pt x="1086459" y="62674"/>
                  </a:lnTo>
                  <a:lnTo>
                    <a:pt x="1092860" y="52920"/>
                  </a:lnTo>
                  <a:lnTo>
                    <a:pt x="1126223" y="2082"/>
                  </a:lnTo>
                  <a:close/>
                </a:path>
                <a:path w="1530984" h="297180" extrusionOk="0">
                  <a:moveTo>
                    <a:pt x="1151953" y="283400"/>
                  </a:moveTo>
                  <a:lnTo>
                    <a:pt x="1101788" y="283400"/>
                  </a:lnTo>
                  <a:lnTo>
                    <a:pt x="1101788" y="188696"/>
                  </a:lnTo>
                  <a:lnTo>
                    <a:pt x="1086459" y="188696"/>
                  </a:lnTo>
                  <a:lnTo>
                    <a:pt x="1086459" y="295249"/>
                  </a:lnTo>
                  <a:lnTo>
                    <a:pt x="1151953" y="295249"/>
                  </a:lnTo>
                  <a:lnTo>
                    <a:pt x="1151953" y="283400"/>
                  </a:lnTo>
                  <a:close/>
                </a:path>
                <a:path w="1530984" h="297180" extrusionOk="0">
                  <a:moveTo>
                    <a:pt x="1268996" y="295249"/>
                  </a:moveTo>
                  <a:lnTo>
                    <a:pt x="1256550" y="261823"/>
                  </a:lnTo>
                  <a:lnTo>
                    <a:pt x="1252410" y="250685"/>
                  </a:lnTo>
                  <a:lnTo>
                    <a:pt x="1237691" y="211162"/>
                  </a:lnTo>
                  <a:lnTo>
                    <a:pt x="1237691" y="250685"/>
                  </a:lnTo>
                  <a:lnTo>
                    <a:pt x="1202118" y="250685"/>
                  </a:lnTo>
                  <a:lnTo>
                    <a:pt x="1214005" y="220040"/>
                  </a:lnTo>
                  <a:lnTo>
                    <a:pt x="1216050" y="213779"/>
                  </a:lnTo>
                  <a:lnTo>
                    <a:pt x="1218184" y="206806"/>
                  </a:lnTo>
                  <a:lnTo>
                    <a:pt x="1219581" y="200545"/>
                  </a:lnTo>
                  <a:lnTo>
                    <a:pt x="1220228" y="200545"/>
                  </a:lnTo>
                  <a:lnTo>
                    <a:pt x="1221625" y="206806"/>
                  </a:lnTo>
                  <a:lnTo>
                    <a:pt x="1223759" y="213080"/>
                  </a:lnTo>
                  <a:lnTo>
                    <a:pt x="1225804" y="220040"/>
                  </a:lnTo>
                  <a:lnTo>
                    <a:pt x="1237691" y="250685"/>
                  </a:lnTo>
                  <a:lnTo>
                    <a:pt x="1237691" y="211162"/>
                  </a:lnTo>
                  <a:lnTo>
                    <a:pt x="1233741" y="200545"/>
                  </a:lnTo>
                  <a:lnTo>
                    <a:pt x="1229334" y="188696"/>
                  </a:lnTo>
                  <a:lnTo>
                    <a:pt x="1211224" y="188696"/>
                  </a:lnTo>
                  <a:lnTo>
                    <a:pt x="1171460" y="295249"/>
                  </a:lnTo>
                  <a:lnTo>
                    <a:pt x="1186789" y="295249"/>
                  </a:lnTo>
                  <a:lnTo>
                    <a:pt x="1199324" y="261823"/>
                  </a:lnTo>
                  <a:lnTo>
                    <a:pt x="1240485" y="261823"/>
                  </a:lnTo>
                  <a:lnTo>
                    <a:pt x="1253020" y="295249"/>
                  </a:lnTo>
                  <a:lnTo>
                    <a:pt x="1268996" y="295249"/>
                  </a:lnTo>
                  <a:close/>
                </a:path>
                <a:path w="1530984" h="297180" extrusionOk="0">
                  <a:moveTo>
                    <a:pt x="1389570" y="188696"/>
                  </a:moveTo>
                  <a:lnTo>
                    <a:pt x="1374990" y="188696"/>
                  </a:lnTo>
                  <a:lnTo>
                    <a:pt x="1375117" y="245122"/>
                  </a:lnTo>
                  <a:lnTo>
                    <a:pt x="1375486" y="255993"/>
                  </a:lnTo>
                  <a:lnTo>
                    <a:pt x="1376133" y="266458"/>
                  </a:lnTo>
                  <a:lnTo>
                    <a:pt x="1377035" y="277139"/>
                  </a:lnTo>
                  <a:lnTo>
                    <a:pt x="1376387" y="277139"/>
                  </a:lnTo>
                  <a:lnTo>
                    <a:pt x="1355483" y="242328"/>
                  </a:lnTo>
                  <a:lnTo>
                    <a:pt x="1329588" y="205422"/>
                  </a:lnTo>
                  <a:lnTo>
                    <a:pt x="1317866" y="188696"/>
                  </a:lnTo>
                  <a:lnTo>
                    <a:pt x="1301051" y="188696"/>
                  </a:lnTo>
                  <a:lnTo>
                    <a:pt x="1301051" y="295249"/>
                  </a:lnTo>
                  <a:lnTo>
                    <a:pt x="1315720" y="295249"/>
                  </a:lnTo>
                  <a:lnTo>
                    <a:pt x="1315605" y="237045"/>
                  </a:lnTo>
                  <a:lnTo>
                    <a:pt x="1315300" y="226047"/>
                  </a:lnTo>
                  <a:lnTo>
                    <a:pt x="1314792" y="214299"/>
                  </a:lnTo>
                  <a:lnTo>
                    <a:pt x="1314335" y="205422"/>
                  </a:lnTo>
                  <a:lnTo>
                    <a:pt x="1315072" y="205422"/>
                  </a:lnTo>
                  <a:lnTo>
                    <a:pt x="1336624" y="240931"/>
                  </a:lnTo>
                  <a:lnTo>
                    <a:pt x="1374254" y="295249"/>
                  </a:lnTo>
                  <a:lnTo>
                    <a:pt x="1389570" y="295249"/>
                  </a:lnTo>
                  <a:lnTo>
                    <a:pt x="1389570" y="277139"/>
                  </a:lnTo>
                  <a:lnTo>
                    <a:pt x="1389570" y="188696"/>
                  </a:lnTo>
                  <a:close/>
                </a:path>
                <a:path w="1530984" h="297180" extrusionOk="0">
                  <a:moveTo>
                    <a:pt x="1530400" y="239534"/>
                  </a:moveTo>
                  <a:lnTo>
                    <a:pt x="1529257" y="227380"/>
                  </a:lnTo>
                  <a:lnTo>
                    <a:pt x="1525943" y="216992"/>
                  </a:lnTo>
                  <a:lnTo>
                    <a:pt x="1520685" y="208305"/>
                  </a:lnTo>
                  <a:lnTo>
                    <a:pt x="1514335" y="201904"/>
                  </a:lnTo>
                  <a:lnTo>
                    <a:pt x="1514335" y="239534"/>
                  </a:lnTo>
                  <a:lnTo>
                    <a:pt x="1511109" y="258940"/>
                  </a:lnTo>
                  <a:lnTo>
                    <a:pt x="1501546" y="273126"/>
                  </a:lnTo>
                  <a:lnTo>
                    <a:pt x="1485836" y="281838"/>
                  </a:lnTo>
                  <a:lnTo>
                    <a:pt x="1464170" y="284797"/>
                  </a:lnTo>
                  <a:lnTo>
                    <a:pt x="1453019" y="284797"/>
                  </a:lnTo>
                  <a:lnTo>
                    <a:pt x="1448841" y="284099"/>
                  </a:lnTo>
                  <a:lnTo>
                    <a:pt x="1448841" y="199847"/>
                  </a:lnTo>
                  <a:lnTo>
                    <a:pt x="1453019" y="199148"/>
                  </a:lnTo>
                  <a:lnTo>
                    <a:pt x="1459242" y="198462"/>
                  </a:lnTo>
                  <a:lnTo>
                    <a:pt x="1466951" y="198462"/>
                  </a:lnTo>
                  <a:lnTo>
                    <a:pt x="1487881" y="201345"/>
                  </a:lnTo>
                  <a:lnTo>
                    <a:pt x="1502664" y="209600"/>
                  </a:lnTo>
                  <a:lnTo>
                    <a:pt x="1511439" y="222542"/>
                  </a:lnTo>
                  <a:lnTo>
                    <a:pt x="1514335" y="239534"/>
                  </a:lnTo>
                  <a:lnTo>
                    <a:pt x="1514335" y="201904"/>
                  </a:lnTo>
                  <a:lnTo>
                    <a:pt x="1513687" y="201244"/>
                  </a:lnTo>
                  <a:lnTo>
                    <a:pt x="1509522" y="198462"/>
                  </a:lnTo>
                  <a:lnTo>
                    <a:pt x="1504886" y="195351"/>
                  </a:lnTo>
                  <a:lnTo>
                    <a:pt x="1494129" y="191223"/>
                  </a:lnTo>
                  <a:lnTo>
                    <a:pt x="1481289" y="188798"/>
                  </a:lnTo>
                  <a:lnTo>
                    <a:pt x="1466215" y="188010"/>
                  </a:lnTo>
                  <a:lnTo>
                    <a:pt x="1457515" y="188137"/>
                  </a:lnTo>
                  <a:lnTo>
                    <a:pt x="1449184" y="188531"/>
                  </a:lnTo>
                  <a:lnTo>
                    <a:pt x="1441361" y="189179"/>
                  </a:lnTo>
                  <a:lnTo>
                    <a:pt x="1434160" y="190093"/>
                  </a:lnTo>
                  <a:lnTo>
                    <a:pt x="1434160" y="294551"/>
                  </a:lnTo>
                  <a:lnTo>
                    <a:pt x="1440192" y="295059"/>
                  </a:lnTo>
                  <a:lnTo>
                    <a:pt x="1446733" y="295503"/>
                  </a:lnTo>
                  <a:lnTo>
                    <a:pt x="1453781" y="295821"/>
                  </a:lnTo>
                  <a:lnTo>
                    <a:pt x="1461389" y="295948"/>
                  </a:lnTo>
                  <a:lnTo>
                    <a:pt x="1477670" y="294919"/>
                  </a:lnTo>
                  <a:lnTo>
                    <a:pt x="1513687" y="280619"/>
                  </a:lnTo>
                  <a:lnTo>
                    <a:pt x="1529257" y="251929"/>
                  </a:lnTo>
                  <a:lnTo>
                    <a:pt x="1530400" y="239534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2" name="Google Shape;12;p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1085564" y="1339637"/>
              <a:ext cx="204925" cy="110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8"/>
          <p:cNvSpPr txBox="1">
            <a:spLocks noGrp="1"/>
          </p:cNvSpPr>
          <p:nvPr>
            <p:ph type="title"/>
          </p:nvPr>
        </p:nvSpPr>
        <p:spPr>
          <a:xfrm>
            <a:off x="843295" y="1371600"/>
            <a:ext cx="7800492" cy="123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body" idx="1"/>
          </p:nvPr>
        </p:nvSpPr>
        <p:spPr>
          <a:xfrm>
            <a:off x="843295" y="2610079"/>
            <a:ext cx="5603875" cy="216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510946" y="6228279"/>
            <a:ext cx="288544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8"/>
          <p:cNvSpPr txBox="1"/>
          <p:nvPr/>
        </p:nvSpPr>
        <p:spPr>
          <a:xfrm>
            <a:off x="7959721" y="6228279"/>
            <a:ext cx="28854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27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UEF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// School of Computing</a:t>
            </a:r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2pPr>
            <a:lvl3pPr lvl="2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3pPr>
            <a:lvl4pPr lvl="3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4pPr>
            <a:lvl5pPr lvl="4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5pPr>
            <a:lvl6pPr lvl="5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6pPr>
            <a:lvl7pPr lvl="6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7pPr>
            <a:lvl8pPr lvl="7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8pPr>
            <a:lvl9pPr lvl="8" algn="r">
              <a:buNone/>
              <a:defRPr sz="1300">
                <a:solidFill>
                  <a:srgbClr val="202429"/>
                </a:solidFill>
                <a:latin typeface="Carlito"/>
                <a:ea typeface="Carlito"/>
                <a:cs typeface="Carlito"/>
                <a:sym typeface="Carl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>
            <a:spLocks noGrp="1"/>
          </p:cNvSpPr>
          <p:nvPr>
            <p:ph type="title"/>
          </p:nvPr>
        </p:nvSpPr>
        <p:spPr>
          <a:xfrm>
            <a:off x="843295" y="1371600"/>
            <a:ext cx="7800600" cy="1519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450" rIns="0" bIns="0" anchor="t" anchorCtr="0">
            <a:spAutoFit/>
          </a:bodyPr>
          <a:lstStyle/>
          <a:p>
            <a:r>
              <a:rPr lang="en-US" sz="4400" b="1">
                <a:latin typeface="Calibri"/>
                <a:ea typeface="Calibri"/>
                <a:cs typeface="Calibri"/>
              </a:rPr>
              <a:t>Hotel Booking </a:t>
            </a:r>
            <a:r>
              <a:rPr lang="en-US" sz="4400" b="1" err="1">
                <a:latin typeface="Calibri"/>
                <a:ea typeface="Calibri"/>
                <a:cs typeface="Calibri"/>
              </a:rPr>
              <a:t>DApp</a:t>
            </a:r>
            <a:br>
              <a:rPr lang="en-US" sz="4400" b="1">
                <a:latin typeface="Calibri"/>
                <a:ea typeface="Calibri"/>
                <a:cs typeface="Calibri"/>
              </a:rPr>
            </a:br>
            <a:r>
              <a:rPr lang="en-US">
                <a:solidFill>
                  <a:srgbClr val="009FB8"/>
                </a:solidFill>
                <a:latin typeface="Calibri"/>
                <a:ea typeface="Calibri"/>
                <a:cs typeface="Calibri"/>
              </a:rPr>
              <a:t>Final Presentation</a:t>
            </a:r>
            <a:endParaRPr lang="en-US"/>
          </a:p>
        </p:txBody>
      </p:sp>
      <p:sp>
        <p:nvSpPr>
          <p:cNvPr id="50" name="Google Shape;50;p1"/>
          <p:cNvSpPr txBox="1"/>
          <p:nvPr/>
        </p:nvSpPr>
        <p:spPr>
          <a:xfrm>
            <a:off x="838200" y="5198602"/>
            <a:ext cx="5753244" cy="1003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12700" marR="1106805">
              <a:lnSpc>
                <a:spcPct val="130000"/>
              </a:lnSpc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Author: NSA Team</a:t>
            </a:r>
            <a:endParaRPr sz="1800"/>
          </a:p>
        </p:txBody>
      </p:sp>
      <p:sp>
        <p:nvSpPr>
          <p:cNvPr id="51" name="Google Shape;51;p1"/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>
            <a:spLocks noGrp="1"/>
          </p:cNvSpPr>
          <p:nvPr>
            <p:ph type="title"/>
          </p:nvPr>
        </p:nvSpPr>
        <p:spPr>
          <a:xfrm>
            <a:off x="843295" y="576225"/>
            <a:ext cx="78006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>
              <a:solidFill>
                <a:srgbClr val="009F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034976" y="1381800"/>
            <a:ext cx="5426100" cy="422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6350" rIns="0" bIns="0" anchor="t" anchorCtr="0">
            <a:spAutoFit/>
          </a:bodyPr>
          <a:lstStyle/>
          <a:p>
            <a:pPr marL="285750" indent="-285750">
              <a:spcBef>
                <a:spcPct val="20000"/>
              </a:spcBef>
              <a:buClr>
                <a:schemeClr val="dk1"/>
              </a:buClr>
              <a:buSzPts val="3400"/>
              <a:buFont typeface="Arial"/>
              <a:buChar char="•"/>
            </a:pPr>
            <a:r>
              <a:rPr lang="en-US" sz="320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Introduce team members</a:t>
            </a:r>
            <a:endParaRPr lang="en-US" sz="320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SzPts val="3400"/>
              <a:buFont typeface="Arial"/>
              <a:buChar char="•"/>
            </a:pPr>
            <a:r>
              <a:rPr lang="en-US" sz="320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Blockchain concept</a:t>
            </a:r>
            <a:endParaRPr lang="en-US" sz="320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SzPts val="3400"/>
              <a:buFont typeface="Arial"/>
              <a:buChar char="•"/>
            </a:pPr>
            <a:r>
              <a:rPr lang="en-US" sz="320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Advantages and Disadvantages</a:t>
            </a:r>
            <a:endParaRPr lang="en-US" sz="320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SzPts val="3400"/>
              <a:buFont typeface="Arial"/>
              <a:buChar char="•"/>
            </a:pPr>
            <a:r>
              <a:rPr lang="en-US" sz="3200">
                <a:solidFill>
                  <a:schemeClr val="accent4">
                    <a:lumMod val="76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lang="en-US" sz="3200">
              <a:solidFill>
                <a:schemeClr val="accent4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SzPts val="3400"/>
              <a:buFont typeface="Arial"/>
              <a:buChar char="•"/>
            </a:pPr>
            <a:r>
              <a:rPr lang="en-US" sz="3200">
                <a:solidFill>
                  <a:schemeClr val="accent4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System overview</a:t>
            </a:r>
          </a:p>
          <a:p>
            <a:pPr marL="285750" indent="-285750">
              <a:spcBef>
                <a:spcPct val="20000"/>
              </a:spcBef>
              <a:buSzPts val="3400"/>
              <a:buFont typeface="Arial"/>
              <a:buChar char="•"/>
            </a:pPr>
            <a:r>
              <a:rPr lang="en-US" sz="3200">
                <a:solidFill>
                  <a:schemeClr val="accent3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Application model</a:t>
            </a:r>
          </a:p>
          <a:p>
            <a:pPr marL="285750" lvl="0" indent="-285750" algn="l">
              <a:spcBef>
                <a:spcPct val="20000"/>
              </a:spcBef>
              <a:spcAft>
                <a:spcPts val="0"/>
              </a:spcAft>
              <a:buSzPts val="3400"/>
              <a:buFont typeface="Arial"/>
              <a:buChar char="•"/>
            </a:pPr>
            <a:r>
              <a:rPr lang="en-US" sz="3200">
                <a:solidFill>
                  <a:schemeClr val="accent3">
                    <a:lumMod val="76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Demonstration</a:t>
            </a:r>
            <a:endParaRPr lang="en-US" sz="3200">
              <a:solidFill>
                <a:schemeClr val="accent3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2"/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2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8b8cd57c9_0_4"/>
          <p:cNvSpPr txBox="1">
            <a:spLocks noGrp="1"/>
          </p:cNvSpPr>
          <p:nvPr>
            <p:ph type="title"/>
          </p:nvPr>
        </p:nvSpPr>
        <p:spPr>
          <a:xfrm>
            <a:off x="843295" y="638750"/>
            <a:ext cx="7800600" cy="61555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  <a:sym typeface="Calibri"/>
              </a:rPr>
              <a:t>Introduction to Blockchain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" name="Google Shape;64;g3c8b8cd57c9_0_4"/>
          <p:cNvGrpSpPr/>
          <p:nvPr/>
        </p:nvGrpSpPr>
        <p:grpSpPr>
          <a:xfrm>
            <a:off x="963452" y="2921026"/>
            <a:ext cx="3936068" cy="1719557"/>
            <a:chOff x="323513" y="1986800"/>
            <a:chExt cx="2952125" cy="1289700"/>
          </a:xfrm>
        </p:grpSpPr>
        <p:sp>
          <p:nvSpPr>
            <p:cNvPr id="65" name="Google Shape;65;g3c8b8cd57c9_0_4"/>
            <p:cNvSpPr txBox="1"/>
            <p:nvPr/>
          </p:nvSpPr>
          <p:spPr>
            <a:xfrm>
              <a:off x="323513" y="198680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/>
              <a:r>
                <a:rPr lang="en-US" sz="2000">
                  <a:solidFill>
                    <a:schemeClr val="accent5"/>
                  </a:solidFill>
                  <a:ea typeface="Roboto"/>
                  <a:sym typeface="Roboto"/>
                </a:rPr>
                <a:t>Transaction/data records</a:t>
              </a:r>
              <a:endParaRPr lang="en-US">
                <a:solidFill>
                  <a:schemeClr val="accent5"/>
                </a:solidFill>
              </a:endParaRPr>
            </a:p>
          </p:txBody>
        </p:sp>
        <p:cxnSp>
          <p:nvCxnSpPr>
            <p:cNvPr id="66" name="Google Shape;66;g3c8b8cd57c9_0_4"/>
            <p:cNvCxnSpPr/>
            <p:nvPr/>
          </p:nvCxnSpPr>
          <p:spPr>
            <a:xfrm rot="10800000">
              <a:off x="2642038" y="2647950"/>
              <a:ext cx="633600" cy="0"/>
            </a:xfrm>
            <a:prstGeom prst="straightConnector1">
              <a:avLst/>
            </a:prstGeom>
            <a:noFill/>
            <a:ln w="9525" cap="flat" cmpd="sng">
              <a:solidFill>
                <a:srgbClr val="249C91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67" name="Google Shape;67;g3c8b8cd57c9_0_4"/>
          <p:cNvGrpSpPr/>
          <p:nvPr/>
        </p:nvGrpSpPr>
        <p:grpSpPr>
          <a:xfrm>
            <a:off x="7262729" y="1685791"/>
            <a:ext cx="4814080" cy="1719557"/>
            <a:chOff x="5209838" y="1060350"/>
            <a:chExt cx="3610650" cy="1289700"/>
          </a:xfrm>
        </p:grpSpPr>
        <p:sp>
          <p:nvSpPr>
            <p:cNvPr id="68" name="Google Shape;68;g3c8b8cd57c9_0_4"/>
            <p:cNvSpPr txBox="1"/>
            <p:nvPr/>
          </p:nvSpPr>
          <p:spPr>
            <a:xfrm>
              <a:off x="6696488" y="1060350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US" sz="2000">
                  <a:solidFill>
                    <a:srgbClr val="009FB8"/>
                  </a:solidFill>
                  <a:ea typeface="Roboto"/>
                  <a:sym typeface="Roboto"/>
                </a:rPr>
                <a:t>A timestamp</a:t>
              </a:r>
              <a:endParaRPr lang="en-US"/>
            </a:p>
          </p:txBody>
        </p:sp>
        <p:cxnSp>
          <p:nvCxnSpPr>
            <p:cNvPr id="69" name="Google Shape;69;g3c8b8cd57c9_0_4"/>
            <p:cNvCxnSpPr/>
            <p:nvPr/>
          </p:nvCxnSpPr>
          <p:spPr>
            <a:xfrm>
              <a:off x="5209838" y="1705200"/>
              <a:ext cx="1286700" cy="0"/>
            </a:xfrm>
            <a:prstGeom prst="straightConnector1">
              <a:avLst/>
            </a:prstGeom>
            <a:noFill/>
            <a:ln w="9525" cap="flat" cmpd="sng">
              <a:solidFill>
                <a:srgbClr val="155B55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70" name="Google Shape;70;g3c8b8cd57c9_0_4"/>
          <p:cNvGrpSpPr/>
          <p:nvPr/>
        </p:nvGrpSpPr>
        <p:grpSpPr>
          <a:xfrm>
            <a:off x="7262729" y="4043817"/>
            <a:ext cx="4814080" cy="1719557"/>
            <a:chOff x="5209838" y="2828914"/>
            <a:chExt cx="3610650" cy="1289700"/>
          </a:xfrm>
        </p:grpSpPr>
        <p:sp>
          <p:nvSpPr>
            <p:cNvPr id="71" name="Google Shape;71;g3c8b8cd57c9_0_4"/>
            <p:cNvSpPr txBox="1"/>
            <p:nvPr/>
          </p:nvSpPr>
          <p:spPr>
            <a:xfrm>
              <a:off x="6696488" y="2828914"/>
              <a:ext cx="2124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US" sz="2000">
                  <a:solidFill>
                    <a:srgbClr val="009FB8"/>
                  </a:solidFill>
                  <a:ea typeface="Roboto"/>
                  <a:sym typeface="Roboto"/>
                </a:rPr>
                <a:t>The hash of the previous block</a:t>
              </a:r>
              <a:endParaRPr lang="en-US">
                <a:ea typeface="Roboto"/>
              </a:endParaRPr>
            </a:p>
          </p:txBody>
        </p:sp>
        <p:cxnSp>
          <p:nvCxnSpPr>
            <p:cNvPr id="72" name="Google Shape;72;g3c8b8cd57c9_0_4"/>
            <p:cNvCxnSpPr/>
            <p:nvPr/>
          </p:nvCxnSpPr>
          <p:spPr>
            <a:xfrm>
              <a:off x="5209838" y="3456764"/>
              <a:ext cx="1286700" cy="0"/>
            </a:xfrm>
            <a:prstGeom prst="straightConnector1">
              <a:avLst/>
            </a:prstGeom>
            <a:noFill/>
            <a:ln w="9525" cap="flat" cmpd="sng">
              <a:solidFill>
                <a:srgbClr val="1D7E75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73" name="Google Shape;73;g3c8b8cd57c9_0_4"/>
          <p:cNvGrpSpPr/>
          <p:nvPr/>
        </p:nvGrpSpPr>
        <p:grpSpPr>
          <a:xfrm>
            <a:off x="4081641" y="1243288"/>
            <a:ext cx="5086319" cy="5054003"/>
            <a:chOff x="2662213" y="676344"/>
            <a:chExt cx="3814835" cy="3790597"/>
          </a:xfrm>
        </p:grpSpPr>
        <p:sp>
          <p:nvSpPr>
            <p:cNvPr id="74" name="Google Shape;74;g3c8b8cd57c9_0_4"/>
            <p:cNvSpPr/>
            <p:nvPr/>
          </p:nvSpPr>
          <p:spPr>
            <a:xfrm rot="3600185">
              <a:off x="3169983" y="1184511"/>
              <a:ext cx="2774659" cy="2774659"/>
            </a:xfrm>
            <a:prstGeom prst="blockArc">
              <a:avLst>
                <a:gd name="adj1" fmla="val 12622480"/>
                <a:gd name="adj2" fmla="val 19781569"/>
                <a:gd name="adj3" fmla="val 20773"/>
              </a:avLst>
            </a:prstGeom>
            <a:solidFill>
              <a:srgbClr val="155B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g3c8b8cd57c9_0_4"/>
            <p:cNvSpPr/>
            <p:nvPr/>
          </p:nvSpPr>
          <p:spPr>
            <a:xfrm rot="10800000">
              <a:off x="3183490" y="1163229"/>
              <a:ext cx="2774700" cy="2774700"/>
            </a:xfrm>
            <a:prstGeom prst="blockArc">
              <a:avLst>
                <a:gd name="adj1" fmla="val 12622480"/>
                <a:gd name="adj2" fmla="val 19662822"/>
                <a:gd name="adj3" fmla="val 20729"/>
              </a:avLst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g3c8b8cd57c9_0_4"/>
            <p:cNvSpPr/>
            <p:nvPr/>
          </p:nvSpPr>
          <p:spPr>
            <a:xfrm rot="-3600185">
              <a:off x="3194618" y="1184114"/>
              <a:ext cx="2774659" cy="2774659"/>
            </a:xfrm>
            <a:prstGeom prst="blockArc">
              <a:avLst>
                <a:gd name="adj1" fmla="val 12622480"/>
                <a:gd name="adj2" fmla="val 19703271"/>
                <a:gd name="adj3" fmla="val 20851"/>
              </a:avLst>
            </a:prstGeom>
            <a:solidFill>
              <a:srgbClr val="249C9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" name="Google Shape;77;g3c8b8cd57c9_0_4"/>
            <p:cNvGrpSpPr/>
            <p:nvPr/>
          </p:nvGrpSpPr>
          <p:grpSpPr>
            <a:xfrm rot="-7200165">
              <a:off x="3337679" y="2826785"/>
              <a:ext cx="585011" cy="585536"/>
              <a:chOff x="1967628" y="812211"/>
              <a:chExt cx="588000" cy="588000"/>
            </a:xfrm>
          </p:grpSpPr>
          <p:sp>
            <p:nvSpPr>
              <p:cNvPr id="78" name="Google Shape;78;g3c8b8cd57c9_0_4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rgbClr val="249C91"/>
              </a:solidFill>
              <a:ln>
                <a:noFill/>
              </a:ln>
              <a:effectLst>
                <a:outerShdw blurRad="190500" algn="bl" rotWithShape="0">
                  <a:srgbClr val="000000">
                    <a:alpha val="43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g3c8b8cd57c9_0_4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rgbClr val="249C9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" name="Google Shape;80;g3c8b8cd57c9_0_4"/>
            <p:cNvGrpSpPr/>
            <p:nvPr/>
          </p:nvGrpSpPr>
          <p:grpSpPr>
            <a:xfrm>
              <a:off x="4264097" y="1180331"/>
              <a:ext cx="585001" cy="585530"/>
              <a:chOff x="1970048" y="811613"/>
              <a:chExt cx="588000" cy="588000"/>
            </a:xfrm>
          </p:grpSpPr>
          <p:sp>
            <p:nvSpPr>
              <p:cNvPr id="81" name="Google Shape;81;g3c8b8cd57c9_0_4"/>
              <p:cNvSpPr/>
              <p:nvPr/>
            </p:nvSpPr>
            <p:spPr>
              <a:xfrm rot="39023">
                <a:off x="1973329" y="814894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rgbClr val="155B55"/>
              </a:solidFill>
              <a:ln>
                <a:noFill/>
              </a:ln>
              <a:effectLst>
                <a:outerShdw blurRad="190500" algn="bl" rotWithShape="0">
                  <a:srgbClr val="000000">
                    <a:alpha val="43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g3c8b8cd57c9_0_4"/>
              <p:cNvSpPr/>
              <p:nvPr/>
            </p:nvSpPr>
            <p:spPr>
              <a:xfrm rot="10800000">
                <a:off x="1973295" y="814927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rgbClr val="155B5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" name="Google Shape;83;g3c8b8cd57c9_0_4"/>
            <p:cNvGrpSpPr/>
            <p:nvPr/>
          </p:nvGrpSpPr>
          <p:grpSpPr>
            <a:xfrm rot="7200165">
              <a:off x="5229930" y="2804716"/>
              <a:ext cx="585011" cy="585536"/>
              <a:chOff x="1977085" y="811649"/>
              <a:chExt cx="588000" cy="588000"/>
            </a:xfrm>
          </p:grpSpPr>
          <p:sp>
            <p:nvSpPr>
              <p:cNvPr id="84" name="Google Shape;84;g3c8b8cd57c9_0_4"/>
              <p:cNvSpPr/>
              <p:nvPr/>
            </p:nvSpPr>
            <p:spPr>
              <a:xfrm rot="39023">
                <a:off x="1980366" y="814930"/>
                <a:ext cx="581437" cy="581437"/>
              </a:xfrm>
              <a:prstGeom prst="pie">
                <a:avLst>
                  <a:gd name="adj1" fmla="val 6190354"/>
                  <a:gd name="adj2" fmla="val 14996165"/>
                </a:avLst>
              </a:prstGeom>
              <a:solidFill>
                <a:srgbClr val="1D7E75"/>
              </a:solidFill>
              <a:ln>
                <a:noFill/>
              </a:ln>
              <a:effectLst>
                <a:outerShdw blurRad="190500" algn="bl" rotWithShape="0">
                  <a:srgbClr val="000000">
                    <a:alpha val="43000"/>
                  </a:srgb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g3c8b8cd57c9_0_4"/>
              <p:cNvSpPr/>
              <p:nvPr/>
            </p:nvSpPr>
            <p:spPr>
              <a:xfrm rot="10800000">
                <a:off x="1980332" y="814963"/>
                <a:ext cx="581400" cy="581400"/>
              </a:xfrm>
              <a:prstGeom prst="pie">
                <a:avLst>
                  <a:gd name="adj1" fmla="val 4028252"/>
                  <a:gd name="adj2" fmla="val 17183677"/>
                </a:avLst>
              </a:prstGeom>
              <a:solidFill>
                <a:srgbClr val="1D7E7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6" name="Google Shape;86;g3c8b8cd57c9_0_4"/>
            <p:cNvSpPr txBox="1"/>
            <p:nvPr/>
          </p:nvSpPr>
          <p:spPr>
            <a:xfrm>
              <a:off x="4334550" y="1255312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 </a:t>
              </a:r>
              <a:endParaRPr sz="2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" name="Google Shape;87;g3c8b8cd57c9_0_4"/>
            <p:cNvSpPr txBox="1"/>
            <p:nvPr/>
          </p:nvSpPr>
          <p:spPr>
            <a:xfrm>
              <a:off x="3375648" y="2887440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 </a:t>
              </a:r>
              <a:endParaRPr sz="2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" name="Google Shape;88;g3c8b8cd57c9_0_4"/>
            <p:cNvSpPr txBox="1"/>
            <p:nvPr/>
          </p:nvSpPr>
          <p:spPr>
            <a:xfrm>
              <a:off x="5281877" y="2857865"/>
              <a:ext cx="5091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 </a:t>
              </a:r>
              <a:endParaRPr sz="2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9" name="Google Shape;89;g3c8b8cd57c9_0_4"/>
          <p:cNvSpPr txBox="1">
            <a:spLocks noGrp="1"/>
          </p:cNvSpPr>
          <p:nvPr>
            <p:ph type="body" idx="1"/>
          </p:nvPr>
        </p:nvSpPr>
        <p:spPr>
          <a:xfrm>
            <a:off x="404791" y="1381063"/>
            <a:ext cx="6765300" cy="1384995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indent="0"/>
            <a:r>
              <a:rPr lang="en-US">
                <a:sym typeface="Calibri"/>
              </a:rPr>
              <a:t>Blockchain is a distributed digital ledger that stores data in linked blocks secured by cryptography.</a:t>
            </a:r>
            <a:endParaRPr lang="en-US"/>
          </a:p>
          <a:p>
            <a:pPr indent="0"/>
            <a:r>
              <a:rPr lang="en-US"/>
              <a:t>Each block contains:</a:t>
            </a:r>
          </a:p>
          <a:p>
            <a:pPr indent="0">
              <a:lnSpc>
                <a:spcPct val="150000"/>
              </a:lnSpc>
            </a:pPr>
            <a:endParaRPr lang="en-US"/>
          </a:p>
        </p:txBody>
      </p:sp>
      <p:sp>
        <p:nvSpPr>
          <p:cNvPr id="90" name="Google Shape;90;g3c8b8cd57c9_0_4"/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3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7433B1-0B66-7007-4A94-2B5FD9CC3439}"/>
              </a:ext>
            </a:extLst>
          </p:cNvPr>
          <p:cNvSpPr txBox="1"/>
          <p:nvPr/>
        </p:nvSpPr>
        <p:spPr>
          <a:xfrm>
            <a:off x="783566" y="5233357"/>
            <a:ext cx="4528869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Because the blocks are cryptographically connected, the data becomes </a:t>
            </a:r>
            <a:r>
              <a:rPr lang="en-US" b="1"/>
              <a:t>transparent, tamper-resistant, and immutable</a:t>
            </a:r>
            <a:r>
              <a:rPr lang="en-US"/>
              <a:t>. The ledger is shared across many network nodes, which use consensus algorithms to agree on its state without relying on a central authority.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8b8cd57c9_0_243"/>
          <p:cNvSpPr txBox="1">
            <a:spLocks noGrp="1"/>
          </p:cNvSpPr>
          <p:nvPr>
            <p:ph type="title"/>
          </p:nvPr>
        </p:nvSpPr>
        <p:spPr>
          <a:xfrm>
            <a:off x="843295" y="638750"/>
            <a:ext cx="7800600" cy="61555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g3c8b8cd57c9_0_243"/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4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92C2A06-69FD-77BD-C514-88A1672C9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191198"/>
              </p:ext>
            </p:extLst>
          </p:nvPr>
        </p:nvGraphicFramePr>
        <p:xfrm>
          <a:off x="2212583" y="1971233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B0538330-47FE-FBFD-DEEF-A18A213FC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8b8cd57c9_0_243">
            <a:extLst>
              <a:ext uri="{FF2B5EF4-FFF2-40B4-BE49-F238E27FC236}">
                <a16:creationId xmlns:a16="http://schemas.microsoft.com/office/drawing/2014/main" id="{1425E66E-F256-2309-4D74-B2C95F429A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3295" y="638750"/>
            <a:ext cx="7800600" cy="61555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  <a:sym typeface="Calibri"/>
              </a:rPr>
              <a:t>Limitations and Future Work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g3c8b8cd57c9_0_243">
            <a:extLst>
              <a:ext uri="{FF2B5EF4-FFF2-40B4-BE49-F238E27FC236}">
                <a16:creationId xmlns:a16="http://schemas.microsoft.com/office/drawing/2014/main" id="{474F9C00-843E-6D7F-B3C8-1CF5B85602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5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48359C1-6FD4-3B1E-1C83-34B3A7232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443243"/>
              </p:ext>
            </p:extLst>
          </p:nvPr>
        </p:nvGraphicFramePr>
        <p:xfrm>
          <a:off x="1998480" y="187284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1571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C3E7F417-6E13-83EF-CEDD-745E781F7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8b8cd57c9_0_243">
            <a:extLst>
              <a:ext uri="{FF2B5EF4-FFF2-40B4-BE49-F238E27FC236}">
                <a16:creationId xmlns:a16="http://schemas.microsoft.com/office/drawing/2014/main" id="{E8B1A361-F994-CFD5-D18F-D6B3D9778C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3295" y="638750"/>
            <a:ext cx="7800600" cy="61555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Technologies used</a:t>
            </a:r>
          </a:p>
        </p:txBody>
      </p:sp>
      <p:sp>
        <p:nvSpPr>
          <p:cNvPr id="98" name="Google Shape;98;g3c8b8cd57c9_0_243">
            <a:extLst>
              <a:ext uri="{FF2B5EF4-FFF2-40B4-BE49-F238E27FC236}">
                <a16:creationId xmlns:a16="http://schemas.microsoft.com/office/drawing/2014/main" id="{567482B1-A7FE-C748-E6FA-65F5A74A17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6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Picture 23" descr="Introduction to Solidity: A Powerful Language for the Decentralized World |  by Hasan Can Sert | CoinsBench">
            <a:extLst>
              <a:ext uri="{FF2B5EF4-FFF2-40B4-BE49-F238E27FC236}">
                <a16:creationId xmlns:a16="http://schemas.microsoft.com/office/drawing/2014/main" id="{956A9CC6-1C76-378F-F0F7-4A520B9509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7"/>
          <a:stretch>
            <a:fillRect/>
          </a:stretch>
        </p:blipFill>
        <p:spPr>
          <a:xfrm>
            <a:off x="7320615" y="1484207"/>
            <a:ext cx="1386428" cy="1056286"/>
          </a:xfrm>
          <a:prstGeom prst="rect">
            <a:avLst/>
          </a:prstGeom>
        </p:spPr>
      </p:pic>
      <p:pic>
        <p:nvPicPr>
          <p:cNvPr id="25" name="Picture 24" descr="Whatsapp Logo Icon 21495946 PNG">
            <a:extLst>
              <a:ext uri="{FF2B5EF4-FFF2-40B4-BE49-F238E27FC236}">
                <a16:creationId xmlns:a16="http://schemas.microsoft.com/office/drawing/2014/main" id="{79F2B2C2-92E2-CE0D-7E43-C4CB56AC58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50" t="10464" r="8145" b="10845"/>
          <a:stretch>
            <a:fillRect/>
          </a:stretch>
        </p:blipFill>
        <p:spPr>
          <a:xfrm>
            <a:off x="10315825" y="1385017"/>
            <a:ext cx="1325408" cy="1315266"/>
          </a:xfrm>
          <a:prstGeom prst="rect">
            <a:avLst/>
          </a:prstGeom>
        </p:spPr>
      </p:pic>
      <p:pic>
        <p:nvPicPr>
          <p:cNvPr id="26" name="Picture 25" descr="Demystifying ReactJS: A Beginner's Guide - Cloudmate Technologies">
            <a:extLst>
              <a:ext uri="{FF2B5EF4-FFF2-40B4-BE49-F238E27FC236}">
                <a16:creationId xmlns:a16="http://schemas.microsoft.com/office/drawing/2014/main" id="{B0F0879A-E76F-3DDC-30D7-AD9109F635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379" b="-535"/>
          <a:stretch>
            <a:fillRect/>
          </a:stretch>
        </p:blipFill>
        <p:spPr>
          <a:xfrm>
            <a:off x="5570899" y="1486467"/>
            <a:ext cx="1554605" cy="1061991"/>
          </a:xfrm>
          <a:prstGeom prst="rect">
            <a:avLst/>
          </a:prstGeom>
        </p:spPr>
      </p:pic>
      <p:pic>
        <p:nvPicPr>
          <p:cNvPr id="27" name="Picture 26" descr="Eth Logo Stock Illustrations – 704 Eth Logo Stock Illustrations, Vectors &amp;  Clipart - Dreamstime">
            <a:extLst>
              <a:ext uri="{FF2B5EF4-FFF2-40B4-BE49-F238E27FC236}">
                <a16:creationId xmlns:a16="http://schemas.microsoft.com/office/drawing/2014/main" id="{7285A49E-BE88-DA3D-89CD-E88944FB72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44" b="344"/>
          <a:stretch>
            <a:fillRect/>
          </a:stretch>
        </p:blipFill>
        <p:spPr>
          <a:xfrm>
            <a:off x="5572605" y="2977546"/>
            <a:ext cx="1746750" cy="1679694"/>
          </a:xfrm>
          <a:prstGeom prst="rect">
            <a:avLst/>
          </a:prstGeom>
        </p:spPr>
      </p:pic>
      <p:pic>
        <p:nvPicPr>
          <p:cNvPr id="28" name="Picture 27" descr="Metamask Brand | Figma">
            <a:extLst>
              <a:ext uri="{FF2B5EF4-FFF2-40B4-BE49-F238E27FC236}">
                <a16:creationId xmlns:a16="http://schemas.microsoft.com/office/drawing/2014/main" id="{8CDEECF2-EA6F-FB25-CD33-8260765560A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247" t="-142" r="17584" b="6882"/>
          <a:stretch>
            <a:fillRect/>
          </a:stretch>
        </p:blipFill>
        <p:spPr>
          <a:xfrm>
            <a:off x="10006322" y="3056875"/>
            <a:ext cx="1533708" cy="1403497"/>
          </a:xfrm>
          <a:prstGeom prst="rect">
            <a:avLst/>
          </a:prstGeom>
        </p:spPr>
      </p:pic>
      <p:pic>
        <p:nvPicPr>
          <p:cNvPr id="29" name="Picture 28" descr="Git &amp; Github">
            <a:extLst>
              <a:ext uri="{FF2B5EF4-FFF2-40B4-BE49-F238E27FC236}">
                <a16:creationId xmlns:a16="http://schemas.microsoft.com/office/drawing/2014/main" id="{E89B1A93-570E-4900-C811-028BE3BD9B7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556"/>
          <a:stretch>
            <a:fillRect/>
          </a:stretch>
        </p:blipFill>
        <p:spPr>
          <a:xfrm>
            <a:off x="3335122" y="1363623"/>
            <a:ext cx="2066925" cy="1184011"/>
          </a:xfrm>
          <a:prstGeom prst="rect">
            <a:avLst/>
          </a:prstGeom>
        </p:spPr>
      </p:pic>
      <p:pic>
        <p:nvPicPr>
          <p:cNvPr id="30" name="Picture 29" descr="GitHub - pk910/PoWFaucet: Modularized faucet for EVM chains with different  protection methods (Captcha, Mining, IP, Mainnet Balance, Gitcoin Passport  and more) · GitHub">
            <a:extLst>
              <a:ext uri="{FF2B5EF4-FFF2-40B4-BE49-F238E27FC236}">
                <a16:creationId xmlns:a16="http://schemas.microsoft.com/office/drawing/2014/main" id="{8A14C2DC-5F38-96B7-B2F5-1FF822AFFE8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299" b="-617"/>
          <a:stretch>
            <a:fillRect/>
          </a:stretch>
        </p:blipFill>
        <p:spPr>
          <a:xfrm>
            <a:off x="7737190" y="3276185"/>
            <a:ext cx="2193688" cy="1082969"/>
          </a:xfrm>
          <a:prstGeom prst="rect">
            <a:avLst/>
          </a:prstGeom>
        </p:spPr>
      </p:pic>
      <p:pic>
        <p:nvPicPr>
          <p:cNvPr id="31" name="Picture 30" descr="Visual Studio Code Logo Rounded 67565526 PNG">
            <a:extLst>
              <a:ext uri="{FF2B5EF4-FFF2-40B4-BE49-F238E27FC236}">
                <a16:creationId xmlns:a16="http://schemas.microsoft.com/office/drawing/2014/main" id="{4560F1CF-81D3-41EF-0ED4-320553EB47C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-379" b="377"/>
          <a:stretch>
            <a:fillRect/>
          </a:stretch>
        </p:blipFill>
        <p:spPr>
          <a:xfrm>
            <a:off x="8836189" y="1301802"/>
            <a:ext cx="1487237" cy="1490060"/>
          </a:xfrm>
          <a:prstGeom prst="rect">
            <a:avLst/>
          </a:prstGeom>
        </p:spPr>
      </p:pic>
      <p:pic>
        <p:nvPicPr>
          <p:cNvPr id="32" name="Picture 31" descr="Magnolia and Netlify | Magnolia DXP">
            <a:extLst>
              <a:ext uri="{FF2B5EF4-FFF2-40B4-BE49-F238E27FC236}">
                <a16:creationId xmlns:a16="http://schemas.microsoft.com/office/drawing/2014/main" id="{F49F9DBD-CC19-E03C-0EC3-D056B570BF0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-474"/>
          <a:stretch>
            <a:fillRect/>
          </a:stretch>
        </p:blipFill>
        <p:spPr>
          <a:xfrm>
            <a:off x="9250238" y="4894914"/>
            <a:ext cx="2134333" cy="1172349"/>
          </a:xfrm>
          <a:prstGeom prst="rect">
            <a:avLst/>
          </a:prstGeom>
        </p:spPr>
      </p:pic>
      <p:pic>
        <p:nvPicPr>
          <p:cNvPr id="33" name="Picture 32" descr="Sepolia Resources – Information hub for the Sepolia Testnet">
            <a:extLst>
              <a:ext uri="{FF2B5EF4-FFF2-40B4-BE49-F238E27FC236}">
                <a16:creationId xmlns:a16="http://schemas.microsoft.com/office/drawing/2014/main" id="{EC7FE4A5-E245-91B3-1514-BCE930A8FB1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287"/>
          <a:stretch>
            <a:fillRect/>
          </a:stretch>
        </p:blipFill>
        <p:spPr>
          <a:xfrm>
            <a:off x="6707042" y="4891409"/>
            <a:ext cx="2288948" cy="11715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B3EC96-4977-8D65-88D4-CA55E2530AFF}"/>
              </a:ext>
            </a:extLst>
          </p:cNvPr>
          <p:cNvSpPr txBox="1"/>
          <p:nvPr/>
        </p:nvSpPr>
        <p:spPr>
          <a:xfrm>
            <a:off x="1174913" y="1716675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Development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8AB39-7C92-9428-1245-DD3BB03D5848}"/>
              </a:ext>
            </a:extLst>
          </p:cNvPr>
          <p:cNvSpPr txBox="1"/>
          <p:nvPr/>
        </p:nvSpPr>
        <p:spPr>
          <a:xfrm>
            <a:off x="1082639" y="497556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Deployment</a:t>
            </a:r>
            <a:endParaRPr lang="en-US"/>
          </a:p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90D9B39-1F1D-193C-A444-08B833789017}"/>
              </a:ext>
            </a:extLst>
          </p:cNvPr>
          <p:cNvCxnSpPr/>
          <p:nvPr/>
        </p:nvCxnSpPr>
        <p:spPr>
          <a:xfrm>
            <a:off x="1172307" y="2883773"/>
            <a:ext cx="10368410" cy="6512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4D55E5-FD66-86A3-64D5-11091C20C4DC}"/>
              </a:ext>
            </a:extLst>
          </p:cNvPr>
          <p:cNvCxnSpPr>
            <a:cxnSpLocks/>
          </p:cNvCxnSpPr>
          <p:nvPr/>
        </p:nvCxnSpPr>
        <p:spPr>
          <a:xfrm>
            <a:off x="1172307" y="4688189"/>
            <a:ext cx="10368410" cy="6512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32A775-A5D9-89A3-FCA0-FE4DEBF86111}"/>
              </a:ext>
            </a:extLst>
          </p:cNvPr>
          <p:cNvSpPr txBox="1"/>
          <p:nvPr/>
        </p:nvSpPr>
        <p:spPr>
          <a:xfrm>
            <a:off x="1174078" y="3354024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Supporting tools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09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8b8cd57c9_0_321"/>
          <p:cNvSpPr txBox="1">
            <a:spLocks noGrp="1"/>
          </p:cNvSpPr>
          <p:nvPr>
            <p:ph type="title"/>
          </p:nvPr>
        </p:nvSpPr>
        <p:spPr>
          <a:xfrm>
            <a:off x="843295" y="638750"/>
            <a:ext cx="78006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  <a:sym typeface="Calibri"/>
              </a:rPr>
              <a:t>System Overview</a:t>
            </a:r>
            <a:endParaRPr lang="en-US"/>
          </a:p>
        </p:txBody>
      </p:sp>
      <p:sp>
        <p:nvSpPr>
          <p:cNvPr id="106" name="Google Shape;106;g3c8b8cd57c9_0_321"/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7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A diagram of a hotel&#10;&#10;AI-generated content may be incorrect.">
            <a:extLst>
              <a:ext uri="{FF2B5EF4-FFF2-40B4-BE49-F238E27FC236}">
                <a16:creationId xmlns:a16="http://schemas.microsoft.com/office/drawing/2014/main" id="{9B7B1032-50CF-BB86-212B-35D6A72DAF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82" b="25070"/>
          <a:stretch>
            <a:fillRect/>
          </a:stretch>
        </p:blipFill>
        <p:spPr>
          <a:xfrm>
            <a:off x="530832" y="1167722"/>
            <a:ext cx="10676561" cy="50185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A511D793-55D2-D74C-8B25-DE252C742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8b8cd57c9_0_321">
            <a:extLst>
              <a:ext uri="{FF2B5EF4-FFF2-40B4-BE49-F238E27FC236}">
                <a16:creationId xmlns:a16="http://schemas.microsoft.com/office/drawing/2014/main" id="{A99B0748-50B9-04B7-82CD-2B013A00C3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3295" y="638750"/>
            <a:ext cx="78006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  <a:sym typeface="Calibri"/>
              </a:rPr>
              <a:t>Application Model</a:t>
            </a:r>
            <a:endParaRPr lang="en-US"/>
          </a:p>
        </p:txBody>
      </p:sp>
      <p:sp>
        <p:nvSpPr>
          <p:cNvPr id="106" name="Google Shape;106;g3c8b8cd57c9_0_321">
            <a:extLst>
              <a:ext uri="{FF2B5EF4-FFF2-40B4-BE49-F238E27FC236}">
                <a16:creationId xmlns:a16="http://schemas.microsoft.com/office/drawing/2014/main" id="{1A21B12D-B23B-78AF-28C6-9329CE1A0A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8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A diagram of a blockchain">
            <a:extLst>
              <a:ext uri="{FF2B5EF4-FFF2-40B4-BE49-F238E27FC236}">
                <a16:creationId xmlns:a16="http://schemas.microsoft.com/office/drawing/2014/main" id="{9E6FB1E6-0E25-DDD1-8586-EAA73823D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538" y="1265959"/>
            <a:ext cx="9241693" cy="495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282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5F24C761-9671-CB2E-ED93-1ACCCA2E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8b8cd57c9_0_321">
            <a:extLst>
              <a:ext uri="{FF2B5EF4-FFF2-40B4-BE49-F238E27FC236}">
                <a16:creationId xmlns:a16="http://schemas.microsoft.com/office/drawing/2014/main" id="{2C7844E2-46A1-9DEA-DCE1-157F4ACB72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3295" y="638750"/>
            <a:ext cx="78006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  <a:sym typeface="Calibri"/>
              </a:rPr>
              <a:t>Demonstration</a:t>
            </a:r>
            <a:endParaRPr lang="en-US"/>
          </a:p>
        </p:txBody>
      </p:sp>
      <p:sp>
        <p:nvSpPr>
          <p:cNvPr id="106" name="Google Shape;106;g3c8b8cd57c9_0_321">
            <a:extLst>
              <a:ext uri="{FF2B5EF4-FFF2-40B4-BE49-F238E27FC236}">
                <a16:creationId xmlns:a16="http://schemas.microsoft.com/office/drawing/2014/main" id="{493B56B7-F2A6-4B8F-C435-A16B4D42CE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9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screenshot of a hotel room&#10;&#10;AI-generated content may be incorrect.">
            <a:extLst>
              <a:ext uri="{FF2B5EF4-FFF2-40B4-BE49-F238E27FC236}">
                <a16:creationId xmlns:a16="http://schemas.microsoft.com/office/drawing/2014/main" id="{9B411364-FB4B-29D1-CC32-7971BE8D97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69" t="13793" r="10134" b="9379"/>
          <a:stretch>
            <a:fillRect/>
          </a:stretch>
        </p:blipFill>
        <p:spPr>
          <a:xfrm>
            <a:off x="2204037" y="1247479"/>
            <a:ext cx="7348779" cy="48774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71935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ctrTitle"/>
          </p:nvPr>
        </p:nvSpPr>
        <p:spPr>
          <a:xfrm>
            <a:off x="4090200" y="3053550"/>
            <a:ext cx="40116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009FB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>
              <a:solidFill>
                <a:srgbClr val="009FB8"/>
              </a:solidFill>
            </a:endParaRPr>
          </a:p>
        </p:txBody>
      </p:sp>
      <p:sp>
        <p:nvSpPr>
          <p:cNvPr id="153" name="Google Shape;153;p7"/>
          <p:cNvSpPr txBox="1">
            <a:spLocks noGrp="1"/>
          </p:cNvSpPr>
          <p:nvPr>
            <p:ph type="sldNum" idx="12"/>
          </p:nvPr>
        </p:nvSpPr>
        <p:spPr>
          <a:xfrm>
            <a:off x="10845120" y="61958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FB8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Hotel Booking DApp Final Presentation</vt:lpstr>
      <vt:lpstr>Outline</vt:lpstr>
      <vt:lpstr>Introduction to Blockchain</vt:lpstr>
      <vt:lpstr>Advantages</vt:lpstr>
      <vt:lpstr>Limitations and Future Work</vt:lpstr>
      <vt:lpstr>Technologies used</vt:lpstr>
      <vt:lpstr>System Overview</vt:lpstr>
      <vt:lpstr>Application Model</vt:lpstr>
      <vt:lpstr>Demonstration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Satu Tuomainen</dc:creator>
  <cp:revision>4</cp:revision>
  <dcterms:created xsi:type="dcterms:W3CDTF">2024-11-05T18:07:07Z</dcterms:created>
  <dcterms:modified xsi:type="dcterms:W3CDTF">2026-05-29T19:36:42Z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2024-11-05T00:00:00Z</vt:filetime>
  </property>
  <property fmtid="{D5CDD505-2E9C-101B-9397-08002B2CF9AE}" pid="5" name="Producer">
    <vt:lpwstr>3-Heights(TM) PDF Security Shell 4.8.25.2 (http://www.pdf-tools.com)</vt:lpwstr>
  </property>
</Properties>
</file>